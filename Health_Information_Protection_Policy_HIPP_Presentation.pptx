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4517" r:id="rId2"/>
    <p:sldMasterId id="2147484522" r:id="rId3"/>
  </p:sldMasterIdLst>
  <p:notesMasterIdLst>
    <p:notesMasterId r:id="rId11"/>
  </p:notesMasterIdLst>
  <p:sldIdLst>
    <p:sldId id="256" r:id="rId4"/>
    <p:sldId id="274" r:id="rId5"/>
    <p:sldId id="269" r:id="rId6"/>
    <p:sldId id="267" r:id="rId7"/>
    <p:sldId id="270" r:id="rId8"/>
    <p:sldId id="271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7492"/>
    <a:srgbClr val="0092CC"/>
    <a:srgbClr val="D21242"/>
    <a:srgbClr val="141242"/>
    <a:srgbClr val="0086BC"/>
    <a:srgbClr val="007CB0"/>
    <a:srgbClr val="00B2FF"/>
    <a:srgbClr val="448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C3000-9940-3E6A-8CBD-ABCC5A549FE3}" v="1" dt="2025-04-03T11:13:37.873"/>
    <p1510:client id="{88684326-E46A-FD7B-3325-95AD88826209}" v="1" dt="2025-04-03T20:53:39.569"/>
    <p1510:client id="{A24CEE6A-EE45-6DD6-1B15-ACB1D3A8A599}" v="2" dt="2025-04-03T11:32:57.795"/>
    <p1510:client id="{BDCABB8B-0076-439B-8049-BF5A51AED390}" v="2" dt="2025-04-03T11:16:04.451"/>
    <p1510:client id="{EBAAA321-B948-43A4-BA75-5382A8BBB436}" v="2432" dt="2025-04-03T21:04:21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dipo Ajibawo" userId="S::100773513@unimail.derby.ac.uk::25f7a2eb-4027-46ac-ae4a-cd39f1d003d1" providerId="AD" clId="Web-{BDCABB8B-0076-439B-8049-BF5A51AED390}"/>
    <pc:docChg chg="modSld">
      <pc:chgData name="Oladipo Ajibawo" userId="S::100773513@unimail.derby.ac.uk::25f7a2eb-4027-46ac-ae4a-cd39f1d003d1" providerId="AD" clId="Web-{BDCABB8B-0076-439B-8049-BF5A51AED390}" dt="2025-04-03T11:29:49.216" v="4" actId="14100"/>
      <pc:docMkLst>
        <pc:docMk/>
      </pc:docMkLst>
      <pc:sldChg chg="addSp delSp modSp">
        <pc:chgData name="Oladipo Ajibawo" userId="S::100773513@unimail.derby.ac.uk::25f7a2eb-4027-46ac-ae4a-cd39f1d003d1" providerId="AD" clId="Web-{BDCABB8B-0076-439B-8049-BF5A51AED390}" dt="2025-04-03T11:16:04.451" v="1"/>
        <pc:sldMkLst>
          <pc:docMk/>
          <pc:sldMk cId="18535111" sldId="267"/>
        </pc:sldMkLst>
        <pc:graphicFrameChg chg="add del mod modGraphic">
          <ac:chgData name="Oladipo Ajibawo" userId="S::100773513@unimail.derby.ac.uk::25f7a2eb-4027-46ac-ae4a-cd39f1d003d1" providerId="AD" clId="Web-{BDCABB8B-0076-439B-8049-BF5A51AED390}" dt="2025-04-03T11:16:04.451" v="1"/>
          <ac:graphicFrameMkLst>
            <pc:docMk/>
            <pc:sldMk cId="18535111" sldId="267"/>
            <ac:graphicFrameMk id="2" creationId="{738011DA-A53A-43BB-7EFF-9F6DBF75211C}"/>
          </ac:graphicFrameMkLst>
        </pc:graphicFrameChg>
      </pc:sldChg>
      <pc:sldChg chg="modSp">
        <pc:chgData name="Oladipo Ajibawo" userId="S::100773513@unimail.derby.ac.uk::25f7a2eb-4027-46ac-ae4a-cd39f1d003d1" providerId="AD" clId="Web-{BDCABB8B-0076-439B-8049-BF5A51AED390}" dt="2025-04-03T11:29:49.216" v="4" actId="14100"/>
        <pc:sldMkLst>
          <pc:docMk/>
          <pc:sldMk cId="926663266" sldId="269"/>
        </pc:sldMkLst>
        <pc:graphicFrameChg chg="mod">
          <ac:chgData name="Oladipo Ajibawo" userId="S::100773513@unimail.derby.ac.uk::25f7a2eb-4027-46ac-ae4a-cd39f1d003d1" providerId="AD" clId="Web-{BDCABB8B-0076-439B-8049-BF5A51AED390}" dt="2025-04-03T11:29:49.216" v="4" actId="14100"/>
          <ac:graphicFrameMkLst>
            <pc:docMk/>
            <pc:sldMk cId="926663266" sldId="269"/>
            <ac:graphicFrameMk id="152" creationId="{7521DE43-167A-B6B3-EBAE-3E6D1433F644}"/>
          </ac:graphicFrameMkLst>
        </pc:graphicFrameChg>
      </pc:sldChg>
    </pc:docChg>
  </pc:docChgLst>
  <pc:docChgLst>
    <pc:chgData clId="Web-{137A995B-5BBD-9E90-C869-3A25AA3C2127}"/>
    <pc:docChg chg="modSld">
      <pc:chgData name="" userId="" providerId="" clId="Web-{137A995B-5BBD-9E90-C869-3A25AA3C2127}" dt="2025-03-29T18:28:42.078" v="0" actId="14100"/>
      <pc:docMkLst>
        <pc:docMk/>
      </pc:docMkLst>
      <pc:sldChg chg="modSp">
        <pc:chgData name="" userId="" providerId="" clId="Web-{137A995B-5BBD-9E90-C869-3A25AA3C2127}" dt="2025-03-29T18:28:42.078" v="0" actId="14100"/>
        <pc:sldMkLst>
          <pc:docMk/>
          <pc:sldMk cId="2942388490" sldId="256"/>
        </pc:sldMkLst>
      </pc:sldChg>
    </pc:docChg>
  </pc:docChgLst>
  <pc:docChgLst>
    <pc:chgData name="Oladipo Ajibawo" userId="S::100773513@unimail.derby.ac.uk::25f7a2eb-4027-46ac-ae4a-cd39f1d003d1" providerId="AD" clId="Web-{CDB2D8C8-1BA3-90FC-6CC5-0A9603920893}"/>
    <pc:docChg chg="modSld">
      <pc:chgData name="Oladipo Ajibawo" userId="S::100773513@unimail.derby.ac.uk::25f7a2eb-4027-46ac-ae4a-cd39f1d003d1" providerId="AD" clId="Web-{CDB2D8C8-1BA3-90FC-6CC5-0A9603920893}" dt="2025-03-29T19:12:44.519" v="4"/>
      <pc:docMkLst>
        <pc:docMk/>
      </pc:docMkLst>
      <pc:sldChg chg="addSp delSp modSp">
        <pc:chgData name="Oladipo Ajibawo" userId="S::100773513@unimail.derby.ac.uk::25f7a2eb-4027-46ac-ae4a-cd39f1d003d1" providerId="AD" clId="Web-{CDB2D8C8-1BA3-90FC-6CC5-0A9603920893}" dt="2025-03-29T19:12:44.519" v="4"/>
        <pc:sldMkLst>
          <pc:docMk/>
          <pc:sldMk cId="2942388490" sldId="256"/>
        </pc:sldMkLst>
        <pc:spChg chg="mod">
          <ac:chgData name="Oladipo Ajibawo" userId="S::100773513@unimail.derby.ac.uk::25f7a2eb-4027-46ac-ae4a-cd39f1d003d1" providerId="AD" clId="Web-{CDB2D8C8-1BA3-90FC-6CC5-0A9603920893}" dt="2025-03-29T19:11:43.015" v="0" actId="1076"/>
          <ac:spMkLst>
            <pc:docMk/>
            <pc:sldMk cId="2942388490" sldId="256"/>
            <ac:spMk id="2" creationId="{930C116F-0985-9473-3997-92FE2BCE5CC1}"/>
          </ac:spMkLst>
        </pc:spChg>
      </pc:sldChg>
    </pc:docChg>
  </pc:docChgLst>
  <pc:docChgLst>
    <pc:chgData name="Oladipo Ajibawo" userId="S::100773513@unimail.derby.ac.uk::25f7a2eb-4027-46ac-ae4a-cd39f1d003d1" providerId="AD" clId="Web-{A24CEE6A-EE45-6DD6-1B15-ACB1D3A8A599}"/>
    <pc:docChg chg="modSld">
      <pc:chgData name="Oladipo Ajibawo" userId="S::100773513@unimail.derby.ac.uk::25f7a2eb-4027-46ac-ae4a-cd39f1d003d1" providerId="AD" clId="Web-{A24CEE6A-EE45-6DD6-1B15-ACB1D3A8A599}" dt="2025-04-03T11:32:57.795" v="3"/>
      <pc:docMkLst>
        <pc:docMk/>
      </pc:docMkLst>
      <pc:sldChg chg="addSp delSp modSp">
        <pc:chgData name="Oladipo Ajibawo" userId="S::100773513@unimail.derby.ac.uk::25f7a2eb-4027-46ac-ae4a-cd39f1d003d1" providerId="AD" clId="Web-{A24CEE6A-EE45-6DD6-1B15-ACB1D3A8A599}" dt="2025-04-03T11:32:57.795" v="3"/>
        <pc:sldMkLst>
          <pc:docMk/>
          <pc:sldMk cId="18535111" sldId="267"/>
        </pc:sldMkLst>
        <pc:graphicFrameChg chg="add del mod modGraphic">
          <ac:chgData name="Oladipo Ajibawo" userId="S::100773513@unimail.derby.ac.uk::25f7a2eb-4027-46ac-ae4a-cd39f1d003d1" providerId="AD" clId="Web-{A24CEE6A-EE45-6DD6-1B15-ACB1D3A8A599}" dt="2025-04-03T11:32:57.795" v="3"/>
          <ac:graphicFrameMkLst>
            <pc:docMk/>
            <pc:sldMk cId="18535111" sldId="267"/>
            <ac:graphicFrameMk id="2" creationId="{BD47EBF8-155C-9785-147B-285903B8BC82}"/>
          </ac:graphicFrameMkLst>
        </pc:graphicFrameChg>
      </pc:sldChg>
    </pc:docChg>
  </pc:docChgLst>
  <pc:docChgLst>
    <pc:chgData name="Oladipo Ajibawo" userId="S::100773513@unimail.derby.ac.uk::25f7a2eb-4027-46ac-ae4a-cd39f1d003d1" providerId="AD" clId="Web-{249C3000-9940-3E6A-8CBD-ABCC5A549FE3}"/>
    <pc:docChg chg="modSld">
      <pc:chgData name="Oladipo Ajibawo" userId="S::100773513@unimail.derby.ac.uk::25f7a2eb-4027-46ac-ae4a-cd39f1d003d1" providerId="AD" clId="Web-{249C3000-9940-3E6A-8CBD-ABCC5A549FE3}" dt="2025-04-03T11:13:37.873" v="3"/>
      <pc:docMkLst>
        <pc:docMk/>
      </pc:docMkLst>
      <pc:sldChg chg="modSp">
        <pc:chgData name="Oladipo Ajibawo" userId="S::100773513@unimail.derby.ac.uk::25f7a2eb-4027-46ac-ae4a-cd39f1d003d1" providerId="AD" clId="Web-{249C3000-9940-3E6A-8CBD-ABCC5A549FE3}" dt="2025-04-03T11:13:37.873" v="3"/>
        <pc:sldMkLst>
          <pc:docMk/>
          <pc:sldMk cId="926663266" sldId="269"/>
        </pc:sldMkLst>
        <pc:graphicFrameChg chg="modGraphic">
          <ac:chgData name="Oladipo Ajibawo" userId="S::100773513@unimail.derby.ac.uk::25f7a2eb-4027-46ac-ae4a-cd39f1d003d1" providerId="AD" clId="Web-{249C3000-9940-3E6A-8CBD-ABCC5A549FE3}" dt="2025-04-03T11:13:37.873" v="3"/>
          <ac:graphicFrameMkLst>
            <pc:docMk/>
            <pc:sldMk cId="926663266" sldId="269"/>
            <ac:graphicFrameMk id="152" creationId="{7521DE43-167A-B6B3-EBAE-3E6D1433F644}"/>
          </ac:graphicFrameMkLst>
        </pc:graphicFrameChg>
      </pc:sldChg>
    </pc:docChg>
  </pc:docChgLst>
  <pc:docChgLst>
    <pc:chgData name="Oladipo Ajibawo" userId="S::100773513@unimail.derby.ac.uk::25f7a2eb-4027-46ac-ae4a-cd39f1d003d1" providerId="AD" clId="Web-{46D50627-25F5-0D0D-9DA9-A213D5E677F0}"/>
    <pc:docChg chg="modSld">
      <pc:chgData name="Oladipo Ajibawo" userId="S::100773513@unimail.derby.ac.uk::25f7a2eb-4027-46ac-ae4a-cd39f1d003d1" providerId="AD" clId="Web-{46D50627-25F5-0D0D-9DA9-A213D5E677F0}" dt="2025-03-29T18:18:36.261" v="31"/>
      <pc:docMkLst>
        <pc:docMk/>
      </pc:docMkLst>
      <pc:sldChg chg="addSp delSp modSp mod setClrOvrMap">
        <pc:chgData name="Oladipo Ajibawo" userId="S::100773513@unimail.derby.ac.uk::25f7a2eb-4027-46ac-ae4a-cd39f1d003d1" providerId="AD" clId="Web-{46D50627-25F5-0D0D-9DA9-A213D5E677F0}" dt="2025-03-29T18:18:36.261" v="31"/>
        <pc:sldMkLst>
          <pc:docMk/>
          <pc:sldMk cId="2942388490" sldId="256"/>
        </pc:sldMkLst>
        <pc:spChg chg="mod">
          <ac:chgData name="Oladipo Ajibawo" userId="S::100773513@unimail.derby.ac.uk::25f7a2eb-4027-46ac-ae4a-cd39f1d003d1" providerId="AD" clId="Web-{46D50627-25F5-0D0D-9DA9-A213D5E677F0}" dt="2025-03-29T18:18:03.369" v="24"/>
          <ac:spMkLst>
            <pc:docMk/>
            <pc:sldMk cId="2942388490" sldId="256"/>
            <ac:spMk id="2" creationId="{930C116F-0985-9473-3997-92FE2BCE5CC1}"/>
          </ac:spMkLst>
        </pc:spChg>
        <pc:spChg chg="add del">
          <ac:chgData name="Oladipo Ajibawo" userId="S::100773513@unimail.derby.ac.uk::25f7a2eb-4027-46ac-ae4a-cd39f1d003d1" providerId="AD" clId="Web-{46D50627-25F5-0D0D-9DA9-A213D5E677F0}" dt="2025-03-29T18:18:03.369" v="24"/>
          <ac:spMkLst>
            <pc:docMk/>
            <pc:sldMk cId="2942388490" sldId="256"/>
            <ac:spMk id="106" creationId="{0671A8AE-40A1-4631-A6B8-581AFF065482}"/>
          </ac:spMkLst>
        </pc:spChg>
        <pc:spChg chg="add del">
          <ac:chgData name="Oladipo Ajibawo" userId="S::100773513@unimail.derby.ac.uk::25f7a2eb-4027-46ac-ae4a-cd39f1d003d1" providerId="AD" clId="Web-{46D50627-25F5-0D0D-9DA9-A213D5E677F0}" dt="2025-03-29T18:18:03.369" v="24"/>
          <ac:spMkLst>
            <pc:docMk/>
            <pc:sldMk cId="2942388490" sldId="256"/>
            <ac:spMk id="107" creationId="{A44CD100-6267-4E62-AA64-2182A3A6A1C0}"/>
          </ac:spMkLst>
        </pc:spChg>
        <pc:spChg chg="add del">
          <ac:chgData name="Oladipo Ajibawo" userId="S::100773513@unimail.derby.ac.uk::25f7a2eb-4027-46ac-ae4a-cd39f1d003d1" providerId="AD" clId="Web-{46D50627-25F5-0D0D-9DA9-A213D5E677F0}" dt="2025-03-29T18:18:03.369" v="24"/>
          <ac:spMkLst>
            <pc:docMk/>
            <pc:sldMk cId="2942388490" sldId="256"/>
            <ac:spMk id="108" creationId="{AF2F604E-43BE-4DC3-B983-E071523364F8}"/>
          </ac:spMkLst>
        </pc:spChg>
        <pc:spChg chg="add del">
          <ac:chgData name="Oladipo Ajibawo" userId="S::100773513@unimail.derby.ac.uk::25f7a2eb-4027-46ac-ae4a-cd39f1d003d1" providerId="AD" clId="Web-{46D50627-25F5-0D0D-9DA9-A213D5E677F0}" dt="2025-03-29T18:18:03.369" v="24"/>
          <ac:spMkLst>
            <pc:docMk/>
            <pc:sldMk cId="2942388490" sldId="256"/>
            <ac:spMk id="109" creationId="{08C9B587-E65E-4B52-B37C-ABEBB6E87928}"/>
          </ac:spMkLst>
        </pc:spChg>
        <pc:picChg chg="add mod">
          <ac:chgData name="Oladipo Ajibawo" userId="S::100773513@unimail.derby.ac.uk::25f7a2eb-4027-46ac-ae4a-cd39f1d003d1" providerId="AD" clId="Web-{46D50627-25F5-0D0D-9DA9-A213D5E677F0}" dt="2025-03-29T18:18:25.776" v="30" actId="1076"/>
          <ac:picMkLst>
            <pc:docMk/>
            <pc:sldMk cId="2942388490" sldId="256"/>
            <ac:picMk id="5" creationId="{E4A5277C-C450-BB96-AD12-4C33506D3E6C}"/>
          </ac:picMkLst>
        </pc:picChg>
      </pc:sldChg>
    </pc:docChg>
  </pc:docChgLst>
  <pc:docChgLst>
    <pc:chgData name="Oladipo Ajibawo" userId="S::100773513@unimail.derby.ac.uk::25f7a2eb-4027-46ac-ae4a-cd39f1d003d1" providerId="AD" clId="Web-{F03B6D97-28EE-E5AC-F86E-24944446719E}"/>
    <pc:docChg chg="addSld delSld modSld sldOrd modMainMaster">
      <pc:chgData name="Oladipo Ajibawo" userId="S::100773513@unimail.derby.ac.uk::25f7a2eb-4027-46ac-ae4a-cd39f1d003d1" providerId="AD" clId="Web-{F03B6D97-28EE-E5AC-F86E-24944446719E}" dt="2025-03-30T16:18:50.299" v="309" actId="14100"/>
      <pc:docMkLst>
        <pc:docMk/>
      </pc:docMkLst>
      <pc:sldChg chg="addSp delSp modSp">
        <pc:chgData name="Oladipo Ajibawo" userId="S::100773513@unimail.derby.ac.uk::25f7a2eb-4027-46ac-ae4a-cd39f1d003d1" providerId="AD" clId="Web-{F03B6D97-28EE-E5AC-F86E-24944446719E}" dt="2025-03-30T16:03:05.537" v="247"/>
        <pc:sldMkLst>
          <pc:docMk/>
          <pc:sldMk cId="2942388490" sldId="256"/>
        </pc:sldMkLst>
      </pc:sldChg>
      <pc:sldChg chg="addSp delSp modSp">
        <pc:chgData name="Oladipo Ajibawo" userId="S::100773513@unimail.derby.ac.uk::25f7a2eb-4027-46ac-ae4a-cd39f1d003d1" providerId="AD" clId="Web-{F03B6D97-28EE-E5AC-F86E-24944446719E}" dt="2025-03-30T16:02:50.146" v="245"/>
        <pc:sldMkLst>
          <pc:docMk/>
          <pc:sldMk cId="754940193" sldId="264"/>
        </pc:sldMkLst>
      </pc:sldChg>
      <pc:sldChg chg="addSp delSp modSp">
        <pc:chgData name="Oladipo Ajibawo" userId="S::100773513@unimail.derby.ac.uk::25f7a2eb-4027-46ac-ae4a-cd39f1d003d1" providerId="AD" clId="Web-{F03B6D97-28EE-E5AC-F86E-24944446719E}" dt="2025-03-30T16:08:39.424" v="281"/>
        <pc:sldMkLst>
          <pc:docMk/>
          <pc:sldMk cId="18535111" sldId="267"/>
        </pc:sldMkLst>
        <pc:spChg chg="mod">
          <ac:chgData name="Oladipo Ajibawo" userId="S::100773513@unimail.derby.ac.uk::25f7a2eb-4027-46ac-ae4a-cd39f1d003d1" providerId="AD" clId="Web-{F03B6D97-28EE-E5AC-F86E-24944446719E}" dt="2025-03-30T16:03:44.929" v="253" actId="1076"/>
          <ac:spMkLst>
            <pc:docMk/>
            <pc:sldMk cId="18535111" sldId="267"/>
            <ac:spMk id="4" creationId="{6FBAA28E-C207-D0FE-5CD7-8B04BA3E12B4}"/>
          </ac:spMkLst>
        </pc:spChg>
      </pc:sldChg>
      <pc:sldChg chg="addSp delSp modSp del mod modClrScheme chgLayout">
        <pc:chgData name="Oladipo Ajibawo" userId="S::100773513@unimail.derby.ac.uk::25f7a2eb-4027-46ac-ae4a-cd39f1d003d1" providerId="AD" clId="Web-{F03B6D97-28EE-E5AC-F86E-24944446719E}" dt="2025-03-30T15:38:52.668" v="126"/>
        <pc:sldMkLst>
          <pc:docMk/>
          <pc:sldMk cId="1713575790" sldId="268"/>
        </pc:sldMkLst>
      </pc:sldChg>
      <pc:sldChg chg="addSp delSp modSp">
        <pc:chgData name="Oladipo Ajibawo" userId="S::100773513@unimail.derby.ac.uk::25f7a2eb-4027-46ac-ae4a-cd39f1d003d1" providerId="AD" clId="Web-{F03B6D97-28EE-E5AC-F86E-24944446719E}" dt="2025-03-30T16:18:50.299" v="309" actId="14100"/>
        <pc:sldMkLst>
          <pc:docMk/>
          <pc:sldMk cId="926663266" sldId="269"/>
        </pc:sldMkLst>
        <pc:spChg chg="mod">
          <ac:chgData name="Oladipo Ajibawo" userId="S::100773513@unimail.derby.ac.uk::25f7a2eb-4027-46ac-ae4a-cd39f1d003d1" providerId="AD" clId="Web-{F03B6D97-28EE-E5AC-F86E-24944446719E}" dt="2025-03-30T16:04:44.463" v="258" actId="1076"/>
          <ac:spMkLst>
            <pc:docMk/>
            <pc:sldMk cId="926663266" sldId="269"/>
            <ac:spMk id="4" creationId="{349C09D6-A25D-4F14-68F2-3630B2F61321}"/>
          </ac:spMkLst>
        </pc:spChg>
        <pc:graphicFrameChg chg="add mod modGraphic">
          <ac:chgData name="Oladipo Ajibawo" userId="S::100773513@unimail.derby.ac.uk::25f7a2eb-4027-46ac-ae4a-cd39f1d003d1" providerId="AD" clId="Web-{F03B6D97-28EE-E5AC-F86E-24944446719E}" dt="2025-03-30T16:18:50.299" v="309" actId="14100"/>
          <ac:graphicFrameMkLst>
            <pc:docMk/>
            <pc:sldMk cId="926663266" sldId="269"/>
            <ac:graphicFrameMk id="152" creationId="{7521DE43-167A-B6B3-EBAE-3E6D1433F644}"/>
          </ac:graphicFrameMkLst>
        </pc:graphicFrameChg>
      </pc:sldChg>
      <pc:sldChg chg="addSp delSp modSp">
        <pc:chgData name="Oladipo Ajibawo" userId="S::100773513@unimail.derby.ac.uk::25f7a2eb-4027-46ac-ae4a-cd39f1d003d1" providerId="AD" clId="Web-{F03B6D97-28EE-E5AC-F86E-24944446719E}" dt="2025-03-30T16:08:45.455" v="282"/>
        <pc:sldMkLst>
          <pc:docMk/>
          <pc:sldMk cId="3341036768" sldId="270"/>
        </pc:sldMkLst>
        <pc:spChg chg="mod">
          <ac:chgData name="Oladipo Ajibawo" userId="S::100773513@unimail.derby.ac.uk::25f7a2eb-4027-46ac-ae4a-cd39f1d003d1" providerId="AD" clId="Web-{F03B6D97-28EE-E5AC-F86E-24944446719E}" dt="2025-03-30T16:05:27.839" v="264" actId="1076"/>
          <ac:spMkLst>
            <pc:docMk/>
            <pc:sldMk cId="3341036768" sldId="270"/>
            <ac:spMk id="4" creationId="{320352DF-DEAD-DE27-06EC-5C21693301BE}"/>
          </ac:spMkLst>
        </pc:spChg>
      </pc:sldChg>
      <pc:sldChg chg="addSp delSp modSp">
        <pc:chgData name="Oladipo Ajibawo" userId="S::100773513@unimail.derby.ac.uk::25f7a2eb-4027-46ac-ae4a-cd39f1d003d1" providerId="AD" clId="Web-{F03B6D97-28EE-E5AC-F86E-24944446719E}" dt="2025-03-30T16:08:53.268" v="283"/>
        <pc:sldMkLst>
          <pc:docMk/>
          <pc:sldMk cId="3724782094" sldId="271"/>
        </pc:sldMkLst>
      </pc:sldChg>
      <pc:sldChg chg="addSp delSp modSp">
        <pc:chgData name="Oladipo Ajibawo" userId="S::100773513@unimail.derby.ac.uk::25f7a2eb-4027-46ac-ae4a-cd39f1d003d1" providerId="AD" clId="Web-{F03B6D97-28EE-E5AC-F86E-24944446719E}" dt="2025-03-30T16:09:04.362" v="284"/>
        <pc:sldMkLst>
          <pc:docMk/>
          <pc:sldMk cId="1581820584" sldId="272"/>
        </pc:sldMkLst>
      </pc:sldChg>
      <pc:sldChg chg="new del">
        <pc:chgData name="Oladipo Ajibawo" userId="S::100773513@unimail.derby.ac.uk::25f7a2eb-4027-46ac-ae4a-cd39f1d003d1" providerId="AD" clId="Web-{F03B6D97-28EE-E5AC-F86E-24944446719E}" dt="2025-03-30T15:36:46.070" v="118"/>
        <pc:sldMkLst>
          <pc:docMk/>
          <pc:sldMk cId="592276645" sldId="273"/>
        </pc:sldMkLst>
      </pc:sldChg>
      <pc:sldChg chg="new del">
        <pc:chgData name="Oladipo Ajibawo" userId="S::100773513@unimail.derby.ac.uk::25f7a2eb-4027-46ac-ae4a-cd39f1d003d1" providerId="AD" clId="Web-{F03B6D97-28EE-E5AC-F86E-24944446719E}" dt="2025-03-30T15:36:32.226" v="116"/>
        <pc:sldMkLst>
          <pc:docMk/>
          <pc:sldMk cId="939473397" sldId="273"/>
        </pc:sldMkLst>
      </pc:sldChg>
      <pc:sldChg chg="new del ord">
        <pc:chgData name="Oladipo Ajibawo" userId="S::100773513@unimail.derby.ac.uk::25f7a2eb-4027-46ac-ae4a-cd39f1d003d1" providerId="AD" clId="Web-{F03B6D97-28EE-E5AC-F86E-24944446719E}" dt="2025-03-30T15:48:37.861" v="190"/>
        <pc:sldMkLst>
          <pc:docMk/>
          <pc:sldMk cId="2505865068" sldId="273"/>
        </pc:sldMkLst>
      </pc:sldChg>
      <pc:sldChg chg="new del">
        <pc:chgData name="Oladipo Ajibawo" userId="S::100773513@unimail.derby.ac.uk::25f7a2eb-4027-46ac-ae4a-cd39f1d003d1" providerId="AD" clId="Web-{F03B6D97-28EE-E5AC-F86E-24944446719E}" dt="2025-03-30T15:35:53.834" v="114"/>
        <pc:sldMkLst>
          <pc:docMk/>
          <pc:sldMk cId="4230115899" sldId="273"/>
        </pc:sldMkLst>
      </pc:sldChg>
      <pc:sldChg chg="addSp delSp modSp add ord replId addAnim delAnim">
        <pc:chgData name="Oladipo Ajibawo" userId="S::100773513@unimail.derby.ac.uk::25f7a2eb-4027-46ac-ae4a-cd39f1d003d1" providerId="AD" clId="Web-{F03B6D97-28EE-E5AC-F86E-24944446719E}" dt="2025-03-30T16:14:40.615" v="306"/>
        <pc:sldMkLst>
          <pc:docMk/>
          <pc:sldMk cId="472527572" sldId="274"/>
        </pc:sldMkLst>
        <pc:spChg chg="mod">
          <ac:chgData name="Oladipo Ajibawo" userId="S::100773513@unimail.derby.ac.uk::25f7a2eb-4027-46ac-ae4a-cd39f1d003d1" providerId="AD" clId="Web-{F03B6D97-28EE-E5AC-F86E-24944446719E}" dt="2025-03-30T16:05:04.323" v="261" actId="1076"/>
          <ac:spMkLst>
            <pc:docMk/>
            <pc:sldMk cId="472527572" sldId="274"/>
            <ac:spMk id="4" creationId="{E26C6F2B-7CD8-3928-0954-5C0B342FBE16}"/>
          </ac:spMkLst>
        </pc:spChg>
        <pc:spChg chg="mod">
          <ac:chgData name="Oladipo Ajibawo" userId="S::100773513@unimail.derby.ac.uk::25f7a2eb-4027-46ac-ae4a-cd39f1d003d1" providerId="AD" clId="Web-{F03B6D97-28EE-E5AC-F86E-24944446719E}" dt="2025-03-30T15:49:44.598" v="229" actId="20577"/>
          <ac:spMkLst>
            <pc:docMk/>
            <pc:sldMk cId="472527572" sldId="274"/>
            <ac:spMk id="6" creationId="{28D84F8A-98A6-2F73-7B90-CB52B1211887}"/>
          </ac:spMkLst>
        </pc:spChg>
      </pc:sldChg>
      <pc:sldChg chg="new del">
        <pc:chgData name="Oladipo Ajibawo" userId="S::100773513@unimail.derby.ac.uk::25f7a2eb-4027-46ac-ae4a-cd39f1d003d1" providerId="AD" clId="Web-{F03B6D97-28EE-E5AC-F86E-24944446719E}" dt="2025-03-30T16:15:03.006" v="308"/>
        <pc:sldMkLst>
          <pc:docMk/>
          <pc:sldMk cId="1409298740" sldId="275"/>
        </pc:sldMkLst>
      </pc:sldChg>
      <pc:sldMasterChg chg="mod modSldLayout">
        <pc:chgData name="Oladipo Ajibawo" userId="S::100773513@unimail.derby.ac.uk::25f7a2eb-4027-46ac-ae4a-cd39f1d003d1" providerId="AD" clId="Web-{F03B6D97-28EE-E5AC-F86E-24944446719E}" dt="2025-03-30T16:02:50.146" v="245"/>
        <pc:sldMasterMkLst>
          <pc:docMk/>
          <pc:sldMasterMk cId="322244107" sldId="2147483752"/>
        </pc:sldMasterMkLst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3983672930" sldId="2147483741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1768282919" sldId="2147483742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605234527" sldId="2147483743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3672493825" sldId="2147483744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4284051854" sldId="2147483745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670687804" sldId="2147483746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3313527133" sldId="2147483747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2493404792" sldId="2147483748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2387376879" sldId="2147483749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3289887380" sldId="2147483750"/>
          </pc:sldLayoutMkLst>
        </pc:sldLayoutChg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322244107" sldId="2147483752"/>
            <pc:sldLayoutMk cId="757894248" sldId="2147483751"/>
          </pc:sldLayoutMkLst>
        </pc:sldLayoutChg>
      </pc:sldMasterChg>
      <pc:sldMasterChg chg="mod modSldLayout">
        <pc:chgData name="Oladipo Ajibawo" userId="S::100773513@unimail.derby.ac.uk::25f7a2eb-4027-46ac-ae4a-cd39f1d003d1" providerId="AD" clId="Web-{F03B6D97-28EE-E5AC-F86E-24944446719E}" dt="2025-03-30T16:02:50.146" v="245"/>
        <pc:sldMasterMkLst>
          <pc:docMk/>
          <pc:sldMasterMk cId="598851114" sldId="2147484517"/>
        </pc:sldMasterMkLst>
        <pc:sldLayoutChg chg="mod">
          <pc:chgData name="Oladipo Ajibawo" userId="S::100773513@unimail.derby.ac.uk::25f7a2eb-4027-46ac-ae4a-cd39f1d003d1" providerId="AD" clId="Web-{F03B6D97-28EE-E5AC-F86E-24944446719E}" dt="2025-03-30T16:02:50.146" v="245"/>
          <pc:sldLayoutMkLst>
            <pc:docMk/>
            <pc:sldMasterMk cId="598851114" sldId="2147484517"/>
            <pc:sldLayoutMk cId="2322988798" sldId="2147484521"/>
          </pc:sldLayoutMkLst>
        </pc:sldLayoutChg>
      </pc:sldMasterChg>
    </pc:docChg>
  </pc:docChgLst>
  <pc:docChgLst>
    <pc:chgData name="Oladipo Ajibawo" userId="25f7a2eb-4027-46ac-ae4a-cd39f1d003d1" providerId="ADAL" clId="{EBAAA321-B948-43A4-BA75-5382A8BBB436}"/>
    <pc:docChg chg="undo custSel addSld delSld modSld sldOrd addMainMaster modMainMaster addSection delSection">
      <pc:chgData name="Oladipo Ajibawo" userId="25f7a2eb-4027-46ac-ae4a-cd39f1d003d1" providerId="ADAL" clId="{EBAAA321-B948-43A4-BA75-5382A8BBB436}" dt="2025-04-03T21:07:05.497" v="3587" actId="26606"/>
      <pc:docMkLst>
        <pc:docMk/>
      </pc:docMkLst>
      <pc:sldChg chg="addSp delSp modSp mod">
        <pc:chgData name="Oladipo Ajibawo" userId="25f7a2eb-4027-46ac-ae4a-cd39f1d003d1" providerId="ADAL" clId="{EBAAA321-B948-43A4-BA75-5382A8BBB436}" dt="2025-04-03T15:57:12.414" v="2957" actId="14100"/>
        <pc:sldMkLst>
          <pc:docMk/>
          <pc:sldMk cId="2942388490" sldId="256"/>
        </pc:sldMkLst>
        <pc:spChg chg="mod">
          <ac:chgData name="Oladipo Ajibawo" userId="25f7a2eb-4027-46ac-ae4a-cd39f1d003d1" providerId="ADAL" clId="{EBAAA321-B948-43A4-BA75-5382A8BBB436}" dt="2025-03-29T19:18:10.994" v="4" actId="27636"/>
          <ac:spMkLst>
            <pc:docMk/>
            <pc:sldMk cId="2942388490" sldId="256"/>
            <ac:spMk id="2" creationId="{930C116F-0985-9473-3997-92FE2BCE5CC1}"/>
          </ac:spMkLst>
        </pc:spChg>
        <pc:spChg chg="add mod">
          <ac:chgData name="Oladipo Ajibawo" userId="25f7a2eb-4027-46ac-ae4a-cd39f1d003d1" providerId="ADAL" clId="{EBAAA321-B948-43A4-BA75-5382A8BBB436}" dt="2025-03-29T19:21:42.233" v="194" actId="20577"/>
          <ac:spMkLst>
            <pc:docMk/>
            <pc:sldMk cId="2942388490" sldId="256"/>
            <ac:spMk id="4" creationId="{EF26FD1B-0970-8B8D-C04B-EAC0F18497A2}"/>
          </ac:spMkLst>
        </pc:spChg>
        <pc:spChg chg="add mod">
          <ac:chgData name="Oladipo Ajibawo" userId="25f7a2eb-4027-46ac-ae4a-cd39f1d003d1" providerId="ADAL" clId="{EBAAA321-B948-43A4-BA75-5382A8BBB436}" dt="2025-03-29T19:21:33.749" v="176" actId="20577"/>
          <ac:spMkLst>
            <pc:docMk/>
            <pc:sldMk cId="2942388490" sldId="256"/>
            <ac:spMk id="6" creationId="{D9A84316-7A92-3290-B2D2-A778273AAA39}"/>
          </ac:spMkLst>
        </pc:spChg>
        <pc:picChg chg="mod ord">
          <ac:chgData name="Oladipo Ajibawo" userId="25f7a2eb-4027-46ac-ae4a-cd39f1d003d1" providerId="ADAL" clId="{EBAAA321-B948-43A4-BA75-5382A8BBB436}" dt="2025-04-03T15:57:12.414" v="2957" actId="14100"/>
          <ac:picMkLst>
            <pc:docMk/>
            <pc:sldMk cId="2942388490" sldId="256"/>
            <ac:picMk id="5" creationId="{E4A5277C-C450-BB96-AD12-4C33506D3E6C}"/>
          </ac:picMkLst>
        </pc:picChg>
        <pc:picChg chg="mod ord">
          <ac:chgData name="Oladipo Ajibawo" userId="25f7a2eb-4027-46ac-ae4a-cd39f1d003d1" providerId="ADAL" clId="{EBAAA321-B948-43A4-BA75-5382A8BBB436}" dt="2025-03-29T19:39:08.374" v="242" actId="14861"/>
          <ac:picMkLst>
            <pc:docMk/>
            <pc:sldMk cId="2942388490" sldId="256"/>
            <ac:picMk id="36" creationId="{33D5981F-FD2C-67BD-D121-CC60E0EBCFEF}"/>
          </ac:picMkLst>
        </pc:picChg>
      </pc:sldChg>
      <pc:sldChg chg="addSp delSp modSp mod">
        <pc:chgData name="Oladipo Ajibawo" userId="25f7a2eb-4027-46ac-ae4a-cd39f1d003d1" providerId="ADAL" clId="{EBAAA321-B948-43A4-BA75-5382A8BBB436}" dt="2025-04-03T21:07:05.497" v="3587" actId="26606"/>
        <pc:sldMkLst>
          <pc:docMk/>
          <pc:sldMk cId="4216373702" sldId="257"/>
        </pc:sldMkLst>
        <pc:spChg chg="add del mod ord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3" creationId="{C4B538D9-A5B2-BE71-2684-5EF7332B87BA}"/>
          </ac:spMkLst>
        </pc:spChg>
        <pc:spChg chg="mod ord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5" creationId="{C165F5B7-9934-5A93-697A-D8569BAA5CEC}"/>
          </ac:spMkLst>
        </pc:spChg>
        <pc:spChg chg="add del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12" creationId="{F13C74B1-5B17-4795-BED0-7140497B445A}"/>
          </ac:spMkLst>
        </pc:spChg>
        <pc:spChg chg="add del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14" creationId="{D4974D33-8DC5-464E-8C6D-BE58F0669C17}"/>
          </ac:spMkLst>
        </pc:spChg>
        <pc:spChg chg="add del">
          <ac:chgData name="Oladipo Ajibawo" userId="25f7a2eb-4027-46ac-ae4a-cd39f1d003d1" providerId="ADAL" clId="{EBAAA321-B948-43A4-BA75-5382A8BBB436}" dt="2025-04-03T21:05:52.456" v="3544" actId="26606"/>
          <ac:spMkLst>
            <pc:docMk/>
            <pc:sldMk cId="4216373702" sldId="257"/>
            <ac:spMk id="19" creationId="{3ECBE1F1-D69B-4AFA-ABD5-8E41720EF6DE}"/>
          </ac:spMkLst>
        </pc:spChg>
        <pc:spChg chg="add del">
          <ac:chgData name="Oladipo Ajibawo" userId="25f7a2eb-4027-46ac-ae4a-cd39f1d003d1" providerId="ADAL" clId="{EBAAA321-B948-43A4-BA75-5382A8BBB436}" dt="2025-04-03T21:05:52.456" v="3544" actId="26606"/>
          <ac:spMkLst>
            <pc:docMk/>
            <pc:sldMk cId="4216373702" sldId="257"/>
            <ac:spMk id="21" creationId="{603A6265-E10C-4B85-9C20-E75FCAF9CC63}"/>
          </ac:spMkLst>
        </pc:spChg>
        <pc:spChg chg="add del">
          <ac:chgData name="Oladipo Ajibawo" userId="25f7a2eb-4027-46ac-ae4a-cd39f1d003d1" providerId="ADAL" clId="{EBAAA321-B948-43A4-BA75-5382A8BBB436}" dt="2025-04-03T21:05:54.978" v="3546" actId="26606"/>
          <ac:spMkLst>
            <pc:docMk/>
            <pc:sldMk cId="4216373702" sldId="257"/>
            <ac:spMk id="23" creationId="{C0763A76-9F1C-4FC5-82B7-DD475DA461B2}"/>
          </ac:spMkLst>
        </pc:spChg>
        <pc:spChg chg="add del">
          <ac:chgData name="Oladipo Ajibawo" userId="25f7a2eb-4027-46ac-ae4a-cd39f1d003d1" providerId="ADAL" clId="{EBAAA321-B948-43A4-BA75-5382A8BBB436}" dt="2025-04-03T21:05:54.978" v="3546" actId="26606"/>
          <ac:spMkLst>
            <pc:docMk/>
            <pc:sldMk cId="4216373702" sldId="257"/>
            <ac:spMk id="24" creationId="{E81BF4F6-F2CF-4984-9D14-D6966D92F99F}"/>
          </ac:spMkLst>
        </pc:spChg>
        <pc:spChg chg="add del">
          <ac:chgData name="Oladipo Ajibawo" userId="25f7a2eb-4027-46ac-ae4a-cd39f1d003d1" providerId="ADAL" clId="{EBAAA321-B948-43A4-BA75-5382A8BBB436}" dt="2025-04-03T21:06:20.413" v="3562" actId="26606"/>
          <ac:spMkLst>
            <pc:docMk/>
            <pc:sldMk cId="4216373702" sldId="257"/>
            <ac:spMk id="25" creationId="{829A1E2C-5AC8-40FC-99E9-832069D39792}"/>
          </ac:spMkLst>
        </pc:spChg>
        <pc:spChg chg="add del">
          <ac:chgData name="Oladipo Ajibawo" userId="25f7a2eb-4027-46ac-ae4a-cd39f1d003d1" providerId="ADAL" clId="{EBAAA321-B948-43A4-BA75-5382A8BBB436}" dt="2025-04-03T21:05:58.634" v="3548" actId="26606"/>
          <ac:spMkLst>
            <pc:docMk/>
            <pc:sldMk cId="4216373702" sldId="257"/>
            <ac:spMk id="26" creationId="{3ECBE1F1-D69B-4AFA-ABD5-8E41720EF6DE}"/>
          </ac:spMkLst>
        </pc:spChg>
        <pc:spChg chg="add del">
          <ac:chgData name="Oladipo Ajibawo" userId="25f7a2eb-4027-46ac-ae4a-cd39f1d003d1" providerId="ADAL" clId="{EBAAA321-B948-43A4-BA75-5382A8BBB436}" dt="2025-04-03T21:05:58.634" v="3548" actId="26606"/>
          <ac:spMkLst>
            <pc:docMk/>
            <pc:sldMk cId="4216373702" sldId="257"/>
            <ac:spMk id="27" creationId="{603A6265-E10C-4B85-9C20-E75FCAF9CC63}"/>
          </ac:spMkLst>
        </pc:spChg>
        <pc:spChg chg="add del">
          <ac:chgData name="Oladipo Ajibawo" userId="25f7a2eb-4027-46ac-ae4a-cd39f1d003d1" providerId="ADAL" clId="{EBAAA321-B948-43A4-BA75-5382A8BBB436}" dt="2025-04-03T21:06:08.335" v="3552" actId="26606"/>
          <ac:spMkLst>
            <pc:docMk/>
            <pc:sldMk cId="4216373702" sldId="257"/>
            <ac:spMk id="31" creationId="{F13C74B1-5B17-4795-BED0-7140497B445A}"/>
          </ac:spMkLst>
        </pc:spChg>
        <pc:spChg chg="add del">
          <ac:chgData name="Oladipo Ajibawo" userId="25f7a2eb-4027-46ac-ae4a-cd39f1d003d1" providerId="ADAL" clId="{EBAAA321-B948-43A4-BA75-5382A8BBB436}" dt="2025-04-03T21:06:08.335" v="3552" actId="26606"/>
          <ac:spMkLst>
            <pc:docMk/>
            <pc:sldMk cId="4216373702" sldId="257"/>
            <ac:spMk id="32" creationId="{D4974D33-8DC5-464E-8C6D-BE58F0669C17}"/>
          </ac:spMkLst>
        </pc:spChg>
        <pc:spChg chg="add del">
          <ac:chgData name="Oladipo Ajibawo" userId="25f7a2eb-4027-46ac-ae4a-cd39f1d003d1" providerId="ADAL" clId="{EBAAA321-B948-43A4-BA75-5382A8BBB436}" dt="2025-04-03T21:06:09.700" v="3554" actId="26606"/>
          <ac:spMkLst>
            <pc:docMk/>
            <pc:sldMk cId="4216373702" sldId="257"/>
            <ac:spMk id="34" creationId="{F13C74B1-5B17-4795-BED0-7140497B445A}"/>
          </ac:spMkLst>
        </pc:spChg>
        <pc:spChg chg="add del">
          <ac:chgData name="Oladipo Ajibawo" userId="25f7a2eb-4027-46ac-ae4a-cd39f1d003d1" providerId="ADAL" clId="{EBAAA321-B948-43A4-BA75-5382A8BBB436}" dt="2025-04-03T21:06:09.700" v="3554" actId="26606"/>
          <ac:spMkLst>
            <pc:docMk/>
            <pc:sldMk cId="4216373702" sldId="257"/>
            <ac:spMk id="35" creationId="{D4974D33-8DC5-464E-8C6D-BE58F0669C17}"/>
          </ac:spMkLst>
        </pc:spChg>
        <pc:spChg chg="add del">
          <ac:chgData name="Oladipo Ajibawo" userId="25f7a2eb-4027-46ac-ae4a-cd39f1d003d1" providerId="ADAL" clId="{EBAAA321-B948-43A4-BA75-5382A8BBB436}" dt="2025-04-03T21:06:11.851" v="3556" actId="26606"/>
          <ac:spMkLst>
            <pc:docMk/>
            <pc:sldMk cId="4216373702" sldId="257"/>
            <ac:spMk id="38" creationId="{F13C74B1-5B17-4795-BED0-7140497B445A}"/>
          </ac:spMkLst>
        </pc:spChg>
        <pc:spChg chg="add del">
          <ac:chgData name="Oladipo Ajibawo" userId="25f7a2eb-4027-46ac-ae4a-cd39f1d003d1" providerId="ADAL" clId="{EBAAA321-B948-43A4-BA75-5382A8BBB436}" dt="2025-04-03T21:06:11.851" v="3556" actId="26606"/>
          <ac:spMkLst>
            <pc:docMk/>
            <pc:sldMk cId="4216373702" sldId="257"/>
            <ac:spMk id="39" creationId="{D4974D33-8DC5-464E-8C6D-BE58F0669C17}"/>
          </ac:spMkLst>
        </pc:spChg>
        <pc:spChg chg="add del">
          <ac:chgData name="Oladipo Ajibawo" userId="25f7a2eb-4027-46ac-ae4a-cd39f1d003d1" providerId="ADAL" clId="{EBAAA321-B948-43A4-BA75-5382A8BBB436}" dt="2025-04-03T21:06:15.955" v="3558" actId="26606"/>
          <ac:spMkLst>
            <pc:docMk/>
            <pc:sldMk cId="4216373702" sldId="257"/>
            <ac:spMk id="42" creationId="{F13C74B1-5B17-4795-BED0-7140497B445A}"/>
          </ac:spMkLst>
        </pc:spChg>
        <pc:spChg chg="add del">
          <ac:chgData name="Oladipo Ajibawo" userId="25f7a2eb-4027-46ac-ae4a-cd39f1d003d1" providerId="ADAL" clId="{EBAAA321-B948-43A4-BA75-5382A8BBB436}" dt="2025-04-03T21:06:15.955" v="3558" actId="26606"/>
          <ac:spMkLst>
            <pc:docMk/>
            <pc:sldMk cId="4216373702" sldId="257"/>
            <ac:spMk id="43" creationId="{D4974D33-8DC5-464E-8C6D-BE58F0669C17}"/>
          </ac:spMkLst>
        </pc:spChg>
        <pc:spChg chg="add del">
          <ac:chgData name="Oladipo Ajibawo" userId="25f7a2eb-4027-46ac-ae4a-cd39f1d003d1" providerId="ADAL" clId="{EBAAA321-B948-43A4-BA75-5382A8BBB436}" dt="2025-04-03T21:06:18.274" v="3560" actId="26606"/>
          <ac:spMkLst>
            <pc:docMk/>
            <pc:sldMk cId="4216373702" sldId="257"/>
            <ac:spMk id="46" creationId="{B210AC1D-4063-4C6E-9528-FA9C4C0C18E6}"/>
          </ac:spMkLst>
        </pc:spChg>
        <pc:spChg chg="add del">
          <ac:chgData name="Oladipo Ajibawo" userId="25f7a2eb-4027-46ac-ae4a-cd39f1d003d1" providerId="ADAL" clId="{EBAAA321-B948-43A4-BA75-5382A8BBB436}" dt="2025-04-03T21:06:18.274" v="3560" actId="26606"/>
          <ac:spMkLst>
            <pc:docMk/>
            <pc:sldMk cId="4216373702" sldId="257"/>
            <ac:spMk id="47" creationId="{02F8C595-E68C-4306-AED8-DC7826A0A506}"/>
          </ac:spMkLst>
        </pc:spChg>
        <pc:spChg chg="add del">
          <ac:chgData name="Oladipo Ajibawo" userId="25f7a2eb-4027-46ac-ae4a-cd39f1d003d1" providerId="ADAL" clId="{EBAAA321-B948-43A4-BA75-5382A8BBB436}" dt="2025-04-03T21:06:18.274" v="3560" actId="26606"/>
          <ac:spMkLst>
            <pc:docMk/>
            <pc:sldMk cId="4216373702" sldId="257"/>
            <ac:spMk id="48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20.413" v="3562" actId="26606"/>
          <ac:spMkLst>
            <pc:docMk/>
            <pc:sldMk cId="4216373702" sldId="257"/>
            <ac:spMk id="50" creationId="{8181FC64-B306-4821-98E2-780662EFC486}"/>
          </ac:spMkLst>
        </pc:spChg>
        <pc:spChg chg="add del">
          <ac:chgData name="Oladipo Ajibawo" userId="25f7a2eb-4027-46ac-ae4a-cd39f1d003d1" providerId="ADAL" clId="{EBAAA321-B948-43A4-BA75-5382A8BBB436}" dt="2025-04-03T21:06:20.413" v="3562" actId="26606"/>
          <ac:spMkLst>
            <pc:docMk/>
            <pc:sldMk cId="4216373702" sldId="257"/>
            <ac:spMk id="51" creationId="{5871FC61-DD4E-47D4-81FD-8A7E7D12B371}"/>
          </ac:spMkLst>
        </pc:spChg>
        <pc:spChg chg="add del">
          <ac:chgData name="Oladipo Ajibawo" userId="25f7a2eb-4027-46ac-ae4a-cd39f1d003d1" providerId="ADAL" clId="{EBAAA321-B948-43A4-BA75-5382A8BBB436}" dt="2025-04-03T21:06:20.413" v="3562" actId="26606"/>
          <ac:spMkLst>
            <pc:docMk/>
            <pc:sldMk cId="4216373702" sldId="257"/>
            <ac:spMk id="52" creationId="{F9EC3F91-A75C-4F74-867E-E4C28C13546B}"/>
          </ac:spMkLst>
        </pc:spChg>
        <pc:spChg chg="add del">
          <ac:chgData name="Oladipo Ajibawo" userId="25f7a2eb-4027-46ac-ae4a-cd39f1d003d1" providerId="ADAL" clId="{EBAAA321-B948-43A4-BA75-5382A8BBB436}" dt="2025-04-03T21:06:20.413" v="3562" actId="26606"/>
          <ac:spMkLst>
            <pc:docMk/>
            <pc:sldMk cId="4216373702" sldId="257"/>
            <ac:spMk id="53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21.199" v="3564" actId="26606"/>
          <ac:spMkLst>
            <pc:docMk/>
            <pc:sldMk cId="4216373702" sldId="257"/>
            <ac:spMk id="55" creationId="{649C91A9-84E7-4BF0-9026-62F01380D853}"/>
          </ac:spMkLst>
        </pc:spChg>
        <pc:spChg chg="add del">
          <ac:chgData name="Oladipo Ajibawo" userId="25f7a2eb-4027-46ac-ae4a-cd39f1d003d1" providerId="ADAL" clId="{EBAAA321-B948-43A4-BA75-5382A8BBB436}" dt="2025-04-03T21:06:21.199" v="3564" actId="26606"/>
          <ac:spMkLst>
            <pc:docMk/>
            <pc:sldMk cId="4216373702" sldId="257"/>
            <ac:spMk id="56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21.199" v="3564" actId="26606"/>
          <ac:spMkLst>
            <pc:docMk/>
            <pc:sldMk cId="4216373702" sldId="257"/>
            <ac:spMk id="57" creationId="{9B47378D-AD27-45D0-8C1C-5B1098DCC068}"/>
          </ac:spMkLst>
        </pc:spChg>
        <pc:spChg chg="add del">
          <ac:chgData name="Oladipo Ajibawo" userId="25f7a2eb-4027-46ac-ae4a-cd39f1d003d1" providerId="ADAL" clId="{EBAAA321-B948-43A4-BA75-5382A8BBB436}" dt="2025-04-03T21:06:28.870" v="3566" actId="26606"/>
          <ac:spMkLst>
            <pc:docMk/>
            <pc:sldMk cId="4216373702" sldId="257"/>
            <ac:spMk id="62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43.545" v="3568" actId="26606"/>
          <ac:spMkLst>
            <pc:docMk/>
            <pc:sldMk cId="4216373702" sldId="257"/>
            <ac:spMk id="64" creationId="{AE3A741D-C19B-960A-5803-1C5887147820}"/>
          </ac:spMkLst>
        </pc:spChg>
        <pc:spChg chg="add del">
          <ac:chgData name="Oladipo Ajibawo" userId="25f7a2eb-4027-46ac-ae4a-cd39f1d003d1" providerId="ADAL" clId="{EBAAA321-B948-43A4-BA75-5382A8BBB436}" dt="2025-04-03T21:06:43.545" v="3568" actId="26606"/>
          <ac:spMkLst>
            <pc:docMk/>
            <pc:sldMk cId="4216373702" sldId="257"/>
            <ac:spMk id="65" creationId="{DC39DE25-0E4E-0AA7-0932-1D78C2372786}"/>
          </ac:spMkLst>
        </pc:spChg>
        <pc:spChg chg="add del">
          <ac:chgData name="Oladipo Ajibawo" userId="25f7a2eb-4027-46ac-ae4a-cd39f1d003d1" providerId="ADAL" clId="{EBAAA321-B948-43A4-BA75-5382A8BBB436}" dt="2025-04-03T21:06:43.545" v="3568" actId="26606"/>
          <ac:spMkLst>
            <pc:docMk/>
            <pc:sldMk cId="4216373702" sldId="257"/>
            <ac:spMk id="66" creationId="{8D6EA299-0840-6DEA-E670-C49AEBC87E89}"/>
          </ac:spMkLst>
        </pc:spChg>
        <pc:spChg chg="add del">
          <ac:chgData name="Oladipo Ajibawo" userId="25f7a2eb-4027-46ac-ae4a-cd39f1d003d1" providerId="ADAL" clId="{EBAAA321-B948-43A4-BA75-5382A8BBB436}" dt="2025-04-03T21:06:43.545" v="3568" actId="26606"/>
          <ac:spMkLst>
            <pc:docMk/>
            <pc:sldMk cId="4216373702" sldId="257"/>
            <ac:spMk id="67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44.360" v="3570" actId="26606"/>
          <ac:spMkLst>
            <pc:docMk/>
            <pc:sldMk cId="4216373702" sldId="257"/>
            <ac:spMk id="69" creationId="{7DE220E6-BA55-4F04-B3C4-F4985F3E77AF}"/>
          </ac:spMkLst>
        </pc:spChg>
        <pc:spChg chg="add del">
          <ac:chgData name="Oladipo Ajibawo" userId="25f7a2eb-4027-46ac-ae4a-cd39f1d003d1" providerId="ADAL" clId="{EBAAA321-B948-43A4-BA75-5382A8BBB436}" dt="2025-04-03T21:06:44.360" v="3570" actId="26606"/>
          <ac:spMkLst>
            <pc:docMk/>
            <pc:sldMk cId="4216373702" sldId="257"/>
            <ac:spMk id="70" creationId="{5AE190BC-D2FD-433E-AB89-0DF68EFD6D09}"/>
          </ac:spMkLst>
        </pc:spChg>
        <pc:spChg chg="add del">
          <ac:chgData name="Oladipo Ajibawo" userId="25f7a2eb-4027-46ac-ae4a-cd39f1d003d1" providerId="ADAL" clId="{EBAAA321-B948-43A4-BA75-5382A8BBB436}" dt="2025-04-03T21:06:44.360" v="3570" actId="26606"/>
          <ac:spMkLst>
            <pc:docMk/>
            <pc:sldMk cId="4216373702" sldId="257"/>
            <ac:spMk id="71" creationId="{43E8FEA2-54EE-4F84-B5DB-A055A7D805EE}"/>
          </ac:spMkLst>
        </pc:spChg>
        <pc:spChg chg="add del">
          <ac:chgData name="Oladipo Ajibawo" userId="25f7a2eb-4027-46ac-ae4a-cd39f1d003d1" providerId="ADAL" clId="{EBAAA321-B948-43A4-BA75-5382A8BBB436}" dt="2025-04-03T21:06:44.360" v="3570" actId="26606"/>
          <ac:spMkLst>
            <pc:docMk/>
            <pc:sldMk cId="4216373702" sldId="257"/>
            <ac:spMk id="72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45.246" v="3572" actId="26606"/>
          <ac:spMkLst>
            <pc:docMk/>
            <pc:sldMk cId="4216373702" sldId="257"/>
            <ac:spMk id="74" creationId="{85ED3100-3941-4F9A-9FAB-4A7A9B4A0014}"/>
          </ac:spMkLst>
        </pc:spChg>
        <pc:spChg chg="add del">
          <ac:chgData name="Oladipo Ajibawo" userId="25f7a2eb-4027-46ac-ae4a-cd39f1d003d1" providerId="ADAL" clId="{EBAAA321-B948-43A4-BA75-5382A8BBB436}" dt="2025-04-03T21:06:45.246" v="3572" actId="26606"/>
          <ac:spMkLst>
            <pc:docMk/>
            <pc:sldMk cId="4216373702" sldId="257"/>
            <ac:spMk id="75" creationId="{8CBEFB3C-8BDC-4A1B-94A5-A6A24CBB6A56}"/>
          </ac:spMkLst>
        </pc:spChg>
        <pc:spChg chg="add del">
          <ac:chgData name="Oladipo Ajibawo" userId="25f7a2eb-4027-46ac-ae4a-cd39f1d003d1" providerId="ADAL" clId="{EBAAA321-B948-43A4-BA75-5382A8BBB436}" dt="2025-04-03T21:06:45.246" v="3572" actId="26606"/>
          <ac:spMkLst>
            <pc:docMk/>
            <pc:sldMk cId="4216373702" sldId="257"/>
            <ac:spMk id="80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50.268" v="3574" actId="26606"/>
          <ac:spMkLst>
            <pc:docMk/>
            <pc:sldMk cId="4216373702" sldId="257"/>
            <ac:spMk id="82" creationId="{94E4D846-3AFC-4F86-8C35-24B0542A269D}"/>
          </ac:spMkLst>
        </pc:spChg>
        <pc:spChg chg="add del">
          <ac:chgData name="Oladipo Ajibawo" userId="25f7a2eb-4027-46ac-ae4a-cd39f1d003d1" providerId="ADAL" clId="{EBAAA321-B948-43A4-BA75-5382A8BBB436}" dt="2025-04-03T21:06:50.268" v="3574" actId="26606"/>
          <ac:spMkLst>
            <pc:docMk/>
            <pc:sldMk cId="4216373702" sldId="257"/>
            <ac:spMk id="83" creationId="{284781B9-12CB-45C3-907A-9ED93FF72C65}"/>
          </ac:spMkLst>
        </pc:spChg>
        <pc:spChg chg="add del">
          <ac:chgData name="Oladipo Ajibawo" userId="25f7a2eb-4027-46ac-ae4a-cd39f1d003d1" providerId="ADAL" clId="{EBAAA321-B948-43A4-BA75-5382A8BBB436}" dt="2025-04-03T21:06:50.268" v="3574" actId="26606"/>
          <ac:spMkLst>
            <pc:docMk/>
            <pc:sldMk cId="4216373702" sldId="257"/>
            <ac:spMk id="84" creationId="{55D4142C-5077-457F-A6AD-3FECFDB39685}"/>
          </ac:spMkLst>
        </pc:spChg>
        <pc:spChg chg="add del">
          <ac:chgData name="Oladipo Ajibawo" userId="25f7a2eb-4027-46ac-ae4a-cd39f1d003d1" providerId="ADAL" clId="{EBAAA321-B948-43A4-BA75-5382A8BBB436}" dt="2025-04-03T21:06:50.268" v="3574" actId="26606"/>
          <ac:spMkLst>
            <pc:docMk/>
            <pc:sldMk cId="4216373702" sldId="257"/>
            <ac:spMk id="85" creationId="{7A5F0580-5EE9-419F-96EE-B6529EF6E7D0}"/>
          </ac:spMkLst>
        </pc:spChg>
        <pc:spChg chg="add del">
          <ac:chgData name="Oladipo Ajibawo" userId="25f7a2eb-4027-46ac-ae4a-cd39f1d003d1" providerId="ADAL" clId="{EBAAA321-B948-43A4-BA75-5382A8BBB436}" dt="2025-04-03T21:06:50.268" v="3574" actId="26606"/>
          <ac:spMkLst>
            <pc:docMk/>
            <pc:sldMk cId="4216373702" sldId="257"/>
            <ac:spMk id="86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50.976" v="3576" actId="26606"/>
          <ac:spMkLst>
            <pc:docMk/>
            <pc:sldMk cId="4216373702" sldId="257"/>
            <ac:spMk id="88" creationId="{23E547B5-89CF-4EC0-96DE-25771AED0799}"/>
          </ac:spMkLst>
        </pc:spChg>
        <pc:spChg chg="add del">
          <ac:chgData name="Oladipo Ajibawo" userId="25f7a2eb-4027-46ac-ae4a-cd39f1d003d1" providerId="ADAL" clId="{EBAAA321-B948-43A4-BA75-5382A8BBB436}" dt="2025-04-03T21:06:50.976" v="3576" actId="26606"/>
          <ac:spMkLst>
            <pc:docMk/>
            <pc:sldMk cId="4216373702" sldId="257"/>
            <ac:spMk id="89" creationId="{3F0B8CEB-8279-4E5E-A0CE-1FC9F71736F2}"/>
          </ac:spMkLst>
        </pc:spChg>
        <pc:spChg chg="add del">
          <ac:chgData name="Oladipo Ajibawo" userId="25f7a2eb-4027-46ac-ae4a-cd39f1d003d1" providerId="ADAL" clId="{EBAAA321-B948-43A4-BA75-5382A8BBB436}" dt="2025-04-03T21:06:50.976" v="3576" actId="26606"/>
          <ac:spMkLst>
            <pc:docMk/>
            <pc:sldMk cId="4216373702" sldId="257"/>
            <ac:spMk id="90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52.993" v="3578" actId="26606"/>
          <ac:spMkLst>
            <pc:docMk/>
            <pc:sldMk cId="4216373702" sldId="257"/>
            <ac:spMk id="92" creationId="{E81BF4F6-F2CF-4984-9D14-D6966D92F99F}"/>
          </ac:spMkLst>
        </pc:spChg>
        <pc:spChg chg="add del">
          <ac:chgData name="Oladipo Ajibawo" userId="25f7a2eb-4027-46ac-ae4a-cd39f1d003d1" providerId="ADAL" clId="{EBAAA321-B948-43A4-BA75-5382A8BBB436}" dt="2025-04-03T21:06:52.993" v="3578" actId="26606"/>
          <ac:spMkLst>
            <pc:docMk/>
            <pc:sldMk cId="4216373702" sldId="257"/>
            <ac:spMk id="93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55.910" v="3580" actId="26606"/>
          <ac:spMkLst>
            <pc:docMk/>
            <pc:sldMk cId="4216373702" sldId="257"/>
            <ac:spMk id="96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6:59.746" v="3582" actId="26606"/>
          <ac:spMkLst>
            <pc:docMk/>
            <pc:sldMk cId="4216373702" sldId="257"/>
            <ac:spMk id="98" creationId="{3ECBE1F1-D69B-4AFA-ABD5-8E41720EF6DE}"/>
          </ac:spMkLst>
        </pc:spChg>
        <pc:spChg chg="add del">
          <ac:chgData name="Oladipo Ajibawo" userId="25f7a2eb-4027-46ac-ae4a-cd39f1d003d1" providerId="ADAL" clId="{EBAAA321-B948-43A4-BA75-5382A8BBB436}" dt="2025-04-03T21:06:59.746" v="3582" actId="26606"/>
          <ac:spMkLst>
            <pc:docMk/>
            <pc:sldMk cId="4216373702" sldId="257"/>
            <ac:spMk id="99" creationId="{603A6265-E10C-4B85-9C20-E75FCAF9CC63}"/>
          </ac:spMkLst>
        </pc:spChg>
        <pc:spChg chg="add del">
          <ac:chgData name="Oladipo Ajibawo" userId="25f7a2eb-4027-46ac-ae4a-cd39f1d003d1" providerId="ADAL" clId="{EBAAA321-B948-43A4-BA75-5382A8BBB436}" dt="2025-04-03T21:06:59.746" v="3582" actId="26606"/>
          <ac:spMkLst>
            <pc:docMk/>
            <pc:sldMk cId="4216373702" sldId="257"/>
            <ac:spMk id="100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7:02.017" v="3584" actId="26606"/>
          <ac:spMkLst>
            <pc:docMk/>
            <pc:sldMk cId="4216373702" sldId="257"/>
            <ac:spMk id="102" creationId="{C0763A76-9F1C-4FC5-82B7-DD475DA461B2}"/>
          </ac:spMkLst>
        </pc:spChg>
        <pc:spChg chg="add del">
          <ac:chgData name="Oladipo Ajibawo" userId="25f7a2eb-4027-46ac-ae4a-cd39f1d003d1" providerId="ADAL" clId="{EBAAA321-B948-43A4-BA75-5382A8BBB436}" dt="2025-04-03T21:07:02.017" v="3584" actId="26606"/>
          <ac:spMkLst>
            <pc:docMk/>
            <pc:sldMk cId="4216373702" sldId="257"/>
            <ac:spMk id="103" creationId="{E81BF4F6-F2CF-4984-9D14-D6966D92F99F}"/>
          </ac:spMkLst>
        </pc:spChg>
        <pc:spChg chg="add del">
          <ac:chgData name="Oladipo Ajibawo" userId="25f7a2eb-4027-46ac-ae4a-cd39f1d003d1" providerId="ADAL" clId="{EBAAA321-B948-43A4-BA75-5382A8BBB436}" dt="2025-04-03T21:07:02.017" v="3584" actId="26606"/>
          <ac:spMkLst>
            <pc:docMk/>
            <pc:sldMk cId="4216373702" sldId="257"/>
            <ac:spMk id="104" creationId="{C4B538D9-A5B2-BE71-2684-5EF7332B87BA}"/>
          </ac:spMkLst>
        </pc:spChg>
        <pc:spChg chg="add del">
          <ac:chgData name="Oladipo Ajibawo" userId="25f7a2eb-4027-46ac-ae4a-cd39f1d003d1" providerId="ADAL" clId="{EBAAA321-B948-43A4-BA75-5382A8BBB436}" dt="2025-04-03T21:07:05.491" v="3586" actId="26606"/>
          <ac:spMkLst>
            <pc:docMk/>
            <pc:sldMk cId="4216373702" sldId="257"/>
            <ac:spMk id="106" creationId="{3ECBE1F1-D69B-4AFA-ABD5-8E41720EF6DE}"/>
          </ac:spMkLst>
        </pc:spChg>
        <pc:spChg chg="add del">
          <ac:chgData name="Oladipo Ajibawo" userId="25f7a2eb-4027-46ac-ae4a-cd39f1d003d1" providerId="ADAL" clId="{EBAAA321-B948-43A4-BA75-5382A8BBB436}" dt="2025-04-03T21:07:05.491" v="3586" actId="26606"/>
          <ac:spMkLst>
            <pc:docMk/>
            <pc:sldMk cId="4216373702" sldId="257"/>
            <ac:spMk id="107" creationId="{603A6265-E10C-4B85-9C20-E75FCAF9CC63}"/>
          </ac:spMkLst>
        </pc:spChg>
        <pc:spChg chg="add del">
          <ac:chgData name="Oladipo Ajibawo" userId="25f7a2eb-4027-46ac-ae4a-cd39f1d003d1" providerId="ADAL" clId="{EBAAA321-B948-43A4-BA75-5382A8BBB436}" dt="2025-04-03T21:07:05.491" v="3586" actId="26606"/>
          <ac:spMkLst>
            <pc:docMk/>
            <pc:sldMk cId="4216373702" sldId="257"/>
            <ac:spMk id="108" creationId="{C4B538D9-A5B2-BE71-2684-5EF7332B87BA}"/>
          </ac:spMkLst>
        </pc:spChg>
        <pc:spChg chg="add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110" creationId="{F13C74B1-5B17-4795-BED0-7140497B445A}"/>
          </ac:spMkLst>
        </pc:spChg>
        <pc:spChg chg="add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111" creationId="{D4974D33-8DC5-464E-8C6D-BE58F0669C17}"/>
          </ac:spMkLst>
        </pc:spChg>
        <pc:spChg chg="add">
          <ac:chgData name="Oladipo Ajibawo" userId="25f7a2eb-4027-46ac-ae4a-cd39f1d003d1" providerId="ADAL" clId="{EBAAA321-B948-43A4-BA75-5382A8BBB436}" dt="2025-04-03T21:07:05.497" v="3587" actId="26606"/>
          <ac:spMkLst>
            <pc:docMk/>
            <pc:sldMk cId="4216373702" sldId="257"/>
            <ac:spMk id="112" creationId="{C4B538D9-A5B2-BE71-2684-5EF7332B87BA}"/>
          </ac:spMkLst>
        </pc:spChg>
        <pc:grpChg chg="add del">
          <ac:chgData name="Oladipo Ajibawo" userId="25f7a2eb-4027-46ac-ae4a-cd39f1d003d1" providerId="ADAL" clId="{EBAAA321-B948-43A4-BA75-5382A8BBB436}" dt="2025-04-03T21:06:28.870" v="3566" actId="26606"/>
          <ac:grpSpMkLst>
            <pc:docMk/>
            <pc:sldMk cId="4216373702" sldId="257"/>
            <ac:grpSpMk id="59" creationId="{114ED94A-C85D-4CD3-4205-438D21CE6B38}"/>
          </ac:grpSpMkLst>
        </pc:grpChg>
        <pc:grpChg chg="add del">
          <ac:chgData name="Oladipo Ajibawo" userId="25f7a2eb-4027-46ac-ae4a-cd39f1d003d1" providerId="ADAL" clId="{EBAAA321-B948-43A4-BA75-5382A8BBB436}" dt="2025-04-03T21:06:45.246" v="3572" actId="26606"/>
          <ac:grpSpMkLst>
            <pc:docMk/>
            <pc:sldMk cId="4216373702" sldId="257"/>
            <ac:grpSpMk id="76" creationId="{7A9648D6-B41B-42D0-A817-AE2607B0B5B8}"/>
          </ac:grpSpMkLst>
        </pc:grpChg>
        <pc:graphicFrameChg chg="add del">
          <ac:chgData name="Oladipo Ajibawo" userId="25f7a2eb-4027-46ac-ae4a-cd39f1d003d1" providerId="ADAL" clId="{EBAAA321-B948-43A4-BA75-5382A8BBB436}" dt="2025-04-03T21:06:08.335" v="3552" actId="26606"/>
          <ac:graphicFrameMkLst>
            <pc:docMk/>
            <pc:sldMk cId="4216373702" sldId="257"/>
            <ac:graphicFrameMk id="16" creationId="{E3622BC4-263B-2770-2FF4-73114D8F3238}"/>
          </ac:graphicFrameMkLst>
        </pc:graphicFrameChg>
        <pc:graphicFrameChg chg="add del">
          <ac:chgData name="Oladipo Ajibawo" userId="25f7a2eb-4027-46ac-ae4a-cd39f1d003d1" providerId="ADAL" clId="{EBAAA321-B948-43A4-BA75-5382A8BBB436}" dt="2025-04-03T21:06:09.700" v="3554" actId="26606"/>
          <ac:graphicFrameMkLst>
            <pc:docMk/>
            <pc:sldMk cId="4216373702" sldId="257"/>
            <ac:graphicFrameMk id="36" creationId="{501E4F34-5EC0-75D6-A070-29ED6EFBA2C4}"/>
          </ac:graphicFrameMkLst>
        </pc:graphicFrameChg>
        <pc:graphicFrameChg chg="add del">
          <ac:chgData name="Oladipo Ajibawo" userId="25f7a2eb-4027-46ac-ae4a-cd39f1d003d1" providerId="ADAL" clId="{EBAAA321-B948-43A4-BA75-5382A8BBB436}" dt="2025-04-03T21:06:11.851" v="3556" actId="26606"/>
          <ac:graphicFrameMkLst>
            <pc:docMk/>
            <pc:sldMk cId="4216373702" sldId="257"/>
            <ac:graphicFrameMk id="40" creationId="{C660543D-59B7-4D91-A656-0DD283C18409}"/>
          </ac:graphicFrameMkLst>
        </pc:graphicFrameChg>
        <pc:graphicFrameChg chg="add del">
          <ac:chgData name="Oladipo Ajibawo" userId="25f7a2eb-4027-46ac-ae4a-cd39f1d003d1" providerId="ADAL" clId="{EBAAA321-B948-43A4-BA75-5382A8BBB436}" dt="2025-04-03T21:06:15.955" v="3558" actId="26606"/>
          <ac:graphicFrameMkLst>
            <pc:docMk/>
            <pc:sldMk cId="4216373702" sldId="257"/>
            <ac:graphicFrameMk id="44" creationId="{BE6C4450-0C29-71DE-C307-5FBB85EF9300}"/>
          </ac:graphicFrameMkLst>
        </pc:graphicFrameChg>
        <pc:picChg chg="mod ord">
          <ac:chgData name="Oladipo Ajibawo" userId="25f7a2eb-4027-46ac-ae4a-cd39f1d003d1" providerId="ADAL" clId="{EBAAA321-B948-43A4-BA75-5382A8BBB436}" dt="2025-04-03T21:07:05.491" v="3586" actId="26606"/>
          <ac:picMkLst>
            <pc:docMk/>
            <pc:sldMk cId="4216373702" sldId="257"/>
            <ac:picMk id="7" creationId="{160371F5-FAA5-1126-F9D8-6061C3628FF0}"/>
          </ac:picMkLst>
        </pc:picChg>
        <pc:cxnChg chg="add del">
          <ac:chgData name="Oladipo Ajibawo" userId="25f7a2eb-4027-46ac-ae4a-cd39f1d003d1" providerId="ADAL" clId="{EBAAA321-B948-43A4-BA75-5382A8BBB436}" dt="2025-04-03T21:06:45.246" v="3572" actId="26606"/>
          <ac:cxnSpMkLst>
            <pc:docMk/>
            <pc:sldMk cId="4216373702" sldId="257"/>
            <ac:cxnSpMk id="28" creationId="{C49DA8F6-BCC1-4447-B54C-57856834B94B}"/>
          </ac:cxnSpMkLst>
        </pc:cxnChg>
        <pc:cxnChg chg="add del">
          <ac:chgData name="Oladipo Ajibawo" userId="25f7a2eb-4027-46ac-ae4a-cd39f1d003d1" providerId="ADAL" clId="{EBAAA321-B948-43A4-BA75-5382A8BBB436}" dt="2025-04-03T21:06:02.784" v="3550" actId="26606"/>
          <ac:cxnSpMkLst>
            <pc:docMk/>
            <pc:sldMk cId="4216373702" sldId="257"/>
            <ac:cxnSpMk id="29" creationId="{249EDD1B-F94D-B4E6-ACAA-566B9A26FDE3}"/>
          </ac:cxnSpMkLst>
        </pc:cxnChg>
        <pc:cxnChg chg="add del">
          <ac:chgData name="Oladipo Ajibawo" userId="25f7a2eb-4027-46ac-ae4a-cd39f1d003d1" providerId="ADAL" clId="{EBAAA321-B948-43A4-BA75-5382A8BBB436}" dt="2025-04-03T21:06:55.910" v="3580" actId="26606"/>
          <ac:cxnSpMkLst>
            <pc:docMk/>
            <pc:sldMk cId="4216373702" sldId="257"/>
            <ac:cxnSpMk id="95" creationId="{1503BFE4-729B-D9D0-C17B-501E6AF1127A}"/>
          </ac:cxnSpMkLst>
        </pc:cxnChg>
      </pc:sldChg>
      <pc:sldChg chg="modSp del mod">
        <pc:chgData name="Oladipo Ajibawo" userId="25f7a2eb-4027-46ac-ae4a-cd39f1d003d1" providerId="ADAL" clId="{EBAAA321-B948-43A4-BA75-5382A8BBB436}" dt="2025-03-29T22:15:04.229" v="255" actId="47"/>
        <pc:sldMkLst>
          <pc:docMk/>
          <pc:sldMk cId="1972990316" sldId="258"/>
        </pc:sldMkLst>
      </pc:sldChg>
      <pc:sldChg chg="addSp delSp modSp del mod chgLayout">
        <pc:chgData name="Oladipo Ajibawo" userId="25f7a2eb-4027-46ac-ae4a-cd39f1d003d1" providerId="ADAL" clId="{EBAAA321-B948-43A4-BA75-5382A8BBB436}" dt="2025-03-29T22:38:59.612" v="586" actId="2696"/>
        <pc:sldMkLst>
          <pc:docMk/>
          <pc:sldMk cId="646715191" sldId="259"/>
        </pc:sldMkLst>
      </pc:sldChg>
      <pc:sldChg chg="addSp delSp modSp del mod chgLayout">
        <pc:chgData name="Oladipo Ajibawo" userId="25f7a2eb-4027-46ac-ae4a-cd39f1d003d1" providerId="ADAL" clId="{EBAAA321-B948-43A4-BA75-5382A8BBB436}" dt="2025-03-29T22:38:57.705" v="585" actId="2696"/>
        <pc:sldMkLst>
          <pc:docMk/>
          <pc:sldMk cId="3636684737" sldId="260"/>
        </pc:sldMkLst>
      </pc:sldChg>
      <pc:sldChg chg="addSp delSp modSp del mod chgLayout">
        <pc:chgData name="Oladipo Ajibawo" userId="25f7a2eb-4027-46ac-ae4a-cd39f1d003d1" providerId="ADAL" clId="{EBAAA321-B948-43A4-BA75-5382A8BBB436}" dt="2025-03-29T22:38:55.148" v="584" actId="2696"/>
        <pc:sldMkLst>
          <pc:docMk/>
          <pc:sldMk cId="2058705776" sldId="261"/>
        </pc:sldMkLst>
      </pc:sldChg>
      <pc:sldChg chg="addSp delSp modSp del mod chgLayout">
        <pc:chgData name="Oladipo Ajibawo" userId="25f7a2eb-4027-46ac-ae4a-cd39f1d003d1" providerId="ADAL" clId="{EBAAA321-B948-43A4-BA75-5382A8BBB436}" dt="2025-03-29T22:38:53.366" v="583" actId="2696"/>
        <pc:sldMkLst>
          <pc:docMk/>
          <pc:sldMk cId="1051771986" sldId="262"/>
        </pc:sldMkLst>
      </pc:sldChg>
      <pc:sldChg chg="delSp del mod">
        <pc:chgData name="Oladipo Ajibawo" userId="25f7a2eb-4027-46ac-ae4a-cd39f1d003d1" providerId="ADAL" clId="{EBAAA321-B948-43A4-BA75-5382A8BBB436}" dt="2025-03-29T19:25:12.186" v="197" actId="2696"/>
        <pc:sldMkLst>
          <pc:docMk/>
          <pc:sldMk cId="636274985" sldId="263"/>
        </pc:sldMkLst>
      </pc:sldChg>
      <pc:sldChg chg="new del">
        <pc:chgData name="Oladipo Ajibawo" userId="25f7a2eb-4027-46ac-ae4a-cd39f1d003d1" providerId="ADAL" clId="{EBAAA321-B948-43A4-BA75-5382A8BBB436}" dt="2025-03-29T19:25:25.390" v="200" actId="2696"/>
        <pc:sldMkLst>
          <pc:docMk/>
          <pc:sldMk cId="1959119171" sldId="263"/>
        </pc:sldMkLst>
      </pc:sldChg>
      <pc:sldChg chg="addSp modSp new del mod chgLayout">
        <pc:chgData name="Oladipo Ajibawo" userId="25f7a2eb-4027-46ac-ae4a-cd39f1d003d1" providerId="ADAL" clId="{EBAAA321-B948-43A4-BA75-5382A8BBB436}" dt="2025-04-03T15:23:02.060" v="2726" actId="47"/>
        <pc:sldMkLst>
          <pc:docMk/>
          <pc:sldMk cId="754940193" sldId="264"/>
        </pc:sldMkLst>
      </pc:sldChg>
      <pc:sldChg chg="new del mod ord chgLayout">
        <pc:chgData name="Oladipo Ajibawo" userId="25f7a2eb-4027-46ac-ae4a-cd39f1d003d1" providerId="ADAL" clId="{EBAAA321-B948-43A4-BA75-5382A8BBB436}" dt="2025-03-29T22:39:55.133" v="589" actId="2696"/>
        <pc:sldMkLst>
          <pc:docMk/>
          <pc:sldMk cId="3099168462" sldId="265"/>
        </pc:sldMkLst>
      </pc:sldChg>
      <pc:sldChg chg="new del">
        <pc:chgData name="Oladipo Ajibawo" userId="25f7a2eb-4027-46ac-ae4a-cd39f1d003d1" providerId="ADAL" clId="{EBAAA321-B948-43A4-BA75-5382A8BBB436}" dt="2025-03-29T22:14:31.802" v="249" actId="2696"/>
        <pc:sldMkLst>
          <pc:docMk/>
          <pc:sldMk cId="1073402083" sldId="266"/>
        </pc:sldMkLst>
      </pc:sldChg>
      <pc:sldChg chg="addSp delSp new add del mod">
        <pc:chgData name="Oladipo Ajibawo" userId="25f7a2eb-4027-46ac-ae4a-cd39f1d003d1" providerId="ADAL" clId="{EBAAA321-B948-43A4-BA75-5382A8BBB436}" dt="2025-03-29T22:39:01.854" v="587" actId="2696"/>
        <pc:sldMkLst>
          <pc:docMk/>
          <pc:sldMk cId="1742773854" sldId="266"/>
        </pc:sldMkLst>
      </pc:sldChg>
      <pc:sldChg chg="addSp delSp modSp add mod ord modAnim">
        <pc:chgData name="Oladipo Ajibawo" userId="25f7a2eb-4027-46ac-ae4a-cd39f1d003d1" providerId="ADAL" clId="{EBAAA321-B948-43A4-BA75-5382A8BBB436}" dt="2025-04-03T16:00:23.604" v="2967" actId="122"/>
        <pc:sldMkLst>
          <pc:docMk/>
          <pc:sldMk cId="18535111" sldId="267"/>
        </pc:sldMkLst>
        <pc:spChg chg="mod">
          <ac:chgData name="Oladipo Ajibawo" userId="25f7a2eb-4027-46ac-ae4a-cd39f1d003d1" providerId="ADAL" clId="{EBAAA321-B948-43A4-BA75-5382A8BBB436}" dt="2025-04-03T16:00:23.604" v="2967" actId="122"/>
          <ac:spMkLst>
            <pc:docMk/>
            <pc:sldMk cId="18535111" sldId="267"/>
            <ac:spMk id="6" creationId="{B40CFCB3-1395-3248-9DCD-08EF991169BD}"/>
          </ac:spMkLst>
        </pc:spChg>
        <pc:spChg chg="add mod">
          <ac:chgData name="Oladipo Ajibawo" userId="25f7a2eb-4027-46ac-ae4a-cd39f1d003d1" providerId="ADAL" clId="{EBAAA321-B948-43A4-BA75-5382A8BBB436}" dt="2025-04-03T13:07:57.339" v="2101"/>
          <ac:spMkLst>
            <pc:docMk/>
            <pc:sldMk cId="18535111" sldId="267"/>
            <ac:spMk id="12" creationId="{F29F2751-FD2B-2826-79F7-FA1F422E892F}"/>
          </ac:spMkLst>
        </pc:spChg>
        <pc:spChg chg="add mod">
          <ac:chgData name="Oladipo Ajibawo" userId="25f7a2eb-4027-46ac-ae4a-cd39f1d003d1" providerId="ADAL" clId="{EBAAA321-B948-43A4-BA75-5382A8BBB436}" dt="2025-04-03T13:07:57.339" v="2101"/>
          <ac:spMkLst>
            <pc:docMk/>
            <pc:sldMk cId="18535111" sldId="267"/>
            <ac:spMk id="13" creationId="{5FF1760D-B6BE-696F-BB9A-A54B1C9B2E00}"/>
          </ac:spMkLst>
        </pc:spChg>
        <pc:grpChg chg="add mod">
          <ac:chgData name="Oladipo Ajibawo" userId="25f7a2eb-4027-46ac-ae4a-cd39f1d003d1" providerId="ADAL" clId="{EBAAA321-B948-43A4-BA75-5382A8BBB436}" dt="2025-04-03T13:07:57.339" v="2101"/>
          <ac:grpSpMkLst>
            <pc:docMk/>
            <pc:sldMk cId="18535111" sldId="267"/>
            <ac:grpSpMk id="11" creationId="{8BAA256F-587D-D5E2-83B1-5E249BCA9FBD}"/>
          </ac:grpSpMkLst>
        </pc:grpChg>
        <pc:graphicFrameChg chg="add del mod modGraphic">
          <ac:chgData name="Oladipo Ajibawo" userId="25f7a2eb-4027-46ac-ae4a-cd39f1d003d1" providerId="ADAL" clId="{EBAAA321-B948-43A4-BA75-5382A8BBB436}" dt="2025-04-03T12:37:16.136" v="1476" actId="478"/>
          <ac:graphicFrameMkLst>
            <pc:docMk/>
            <pc:sldMk cId="18535111" sldId="267"/>
            <ac:graphicFrameMk id="2" creationId="{BC03C450-2B32-DD71-E6D3-86F72A0F4EFC}"/>
          </ac:graphicFrameMkLst>
        </pc:graphicFrameChg>
        <pc:graphicFrameChg chg="add del mod modGraphic">
          <ac:chgData name="Oladipo Ajibawo" userId="25f7a2eb-4027-46ac-ae4a-cd39f1d003d1" providerId="ADAL" clId="{EBAAA321-B948-43A4-BA75-5382A8BBB436}" dt="2025-04-03T12:38:02.992" v="1479" actId="478"/>
          <ac:graphicFrameMkLst>
            <pc:docMk/>
            <pc:sldMk cId="18535111" sldId="267"/>
            <ac:graphicFrameMk id="3" creationId="{F3F6D1FE-5578-BD33-8E80-62F1D077C686}"/>
          </ac:graphicFrameMkLst>
        </pc:graphicFrameChg>
        <pc:graphicFrameChg chg="add del modGraphic">
          <ac:chgData name="Oladipo Ajibawo" userId="25f7a2eb-4027-46ac-ae4a-cd39f1d003d1" providerId="ADAL" clId="{EBAAA321-B948-43A4-BA75-5382A8BBB436}" dt="2025-04-03T12:40:08.531" v="1481" actId="478"/>
          <ac:graphicFrameMkLst>
            <pc:docMk/>
            <pc:sldMk cId="18535111" sldId="267"/>
            <ac:graphicFrameMk id="5" creationId="{0DE16528-7116-8ED5-901F-9C067E9A6C77}"/>
          </ac:graphicFrameMkLst>
        </pc:graphicFrameChg>
        <pc:graphicFrameChg chg="add del mod modGraphic">
          <ac:chgData name="Oladipo Ajibawo" userId="25f7a2eb-4027-46ac-ae4a-cd39f1d003d1" providerId="ADAL" clId="{EBAAA321-B948-43A4-BA75-5382A8BBB436}" dt="2025-04-03T12:40:30.977" v="1486" actId="478"/>
          <ac:graphicFrameMkLst>
            <pc:docMk/>
            <pc:sldMk cId="18535111" sldId="267"/>
            <ac:graphicFrameMk id="7" creationId="{32D5FF85-7097-423A-8D65-505CBC33AF55}"/>
          </ac:graphicFrameMkLst>
        </pc:graphicFrameChg>
        <pc:graphicFrameChg chg="add del mod modGraphic">
          <ac:chgData name="Oladipo Ajibawo" userId="25f7a2eb-4027-46ac-ae4a-cd39f1d003d1" providerId="ADAL" clId="{EBAAA321-B948-43A4-BA75-5382A8BBB436}" dt="2025-04-03T12:43:31.364" v="1520" actId="478"/>
          <ac:graphicFrameMkLst>
            <pc:docMk/>
            <pc:sldMk cId="18535111" sldId="267"/>
            <ac:graphicFrameMk id="8" creationId="{ED27D81B-10BB-A24F-E91E-84C575847E68}"/>
          </ac:graphicFrameMkLst>
        </pc:graphicFrameChg>
        <pc:graphicFrameChg chg="add del mod modGraphic">
          <ac:chgData name="Oladipo Ajibawo" userId="25f7a2eb-4027-46ac-ae4a-cd39f1d003d1" providerId="ADAL" clId="{EBAAA321-B948-43A4-BA75-5382A8BBB436}" dt="2025-04-03T12:51:34.295" v="1637" actId="478"/>
          <ac:graphicFrameMkLst>
            <pc:docMk/>
            <pc:sldMk cId="18535111" sldId="267"/>
            <ac:graphicFrameMk id="9" creationId="{F9439D25-EEAD-33F5-77CD-B79854E231A7}"/>
          </ac:graphicFrameMkLst>
        </pc:graphicFrameChg>
        <pc:graphicFrameChg chg="add mod modGraphic">
          <ac:chgData name="Oladipo Ajibawo" userId="25f7a2eb-4027-46ac-ae4a-cd39f1d003d1" providerId="ADAL" clId="{EBAAA321-B948-43A4-BA75-5382A8BBB436}" dt="2025-04-03T15:26:48.544" v="2746" actId="14100"/>
          <ac:graphicFrameMkLst>
            <pc:docMk/>
            <pc:sldMk cId="18535111" sldId="267"/>
            <ac:graphicFrameMk id="10" creationId="{10EAEDB7-69E7-244C-FA6E-7240065A9362}"/>
          </ac:graphicFrameMkLst>
        </pc:graphicFrameChg>
        <pc:graphicFrameChg chg="add del mod">
          <ac:chgData name="Oladipo Ajibawo" userId="25f7a2eb-4027-46ac-ae4a-cd39f1d003d1" providerId="ADAL" clId="{EBAAA321-B948-43A4-BA75-5382A8BBB436}" dt="2025-04-03T13:09:10.733" v="2111" actId="478"/>
          <ac:graphicFrameMkLst>
            <pc:docMk/>
            <pc:sldMk cId="18535111" sldId="267"/>
            <ac:graphicFrameMk id="14" creationId="{E5AC8DA7-4F70-68DA-F922-8E6E7D0C1950}"/>
          </ac:graphicFrameMkLst>
        </pc:graphicFrameChg>
      </pc:sldChg>
      <pc:sldChg chg="addSp delSp modSp new mod ord chgLayout">
        <pc:chgData name="Oladipo Ajibawo" userId="25f7a2eb-4027-46ac-ae4a-cd39f1d003d1" providerId="ADAL" clId="{EBAAA321-B948-43A4-BA75-5382A8BBB436}" dt="2025-03-29T22:35:16.110" v="375" actId="20577"/>
        <pc:sldMkLst>
          <pc:docMk/>
          <pc:sldMk cId="1713575790" sldId="268"/>
        </pc:sldMkLst>
      </pc:sldChg>
      <pc:sldChg chg="addSp delSp modSp add mod modTransition modAnim">
        <pc:chgData name="Oladipo Ajibawo" userId="25f7a2eb-4027-46ac-ae4a-cd39f1d003d1" providerId="ADAL" clId="{EBAAA321-B948-43A4-BA75-5382A8BBB436}" dt="2025-04-03T19:11:07.961" v="3457" actId="12100"/>
        <pc:sldMkLst>
          <pc:docMk/>
          <pc:sldMk cId="926663266" sldId="269"/>
        </pc:sldMkLst>
        <pc:spChg chg="add del">
          <ac:chgData name="Oladipo Ajibawo" userId="25f7a2eb-4027-46ac-ae4a-cd39f1d003d1" providerId="ADAL" clId="{EBAAA321-B948-43A4-BA75-5382A8BBB436}" dt="2025-04-03T01:08:13.417" v="1274" actId="478"/>
          <ac:spMkLst>
            <pc:docMk/>
            <pc:sldMk cId="926663266" sldId="269"/>
            <ac:spMk id="3" creationId="{0DC06B4E-2021-C3A7-6B02-753D002BB8CC}"/>
          </ac:spMkLst>
        </pc:spChg>
        <pc:spChg chg="mod">
          <ac:chgData name="Oladipo Ajibawo" userId="25f7a2eb-4027-46ac-ae4a-cd39f1d003d1" providerId="ADAL" clId="{EBAAA321-B948-43A4-BA75-5382A8BBB436}" dt="2025-04-03T16:26:29.194" v="3179" actId="14100"/>
          <ac:spMkLst>
            <pc:docMk/>
            <pc:sldMk cId="926663266" sldId="269"/>
            <ac:spMk id="6" creationId="{00556B23-CA81-9BA5-51E6-BC202B9816DF}"/>
          </ac:spMkLst>
        </pc:spChg>
        <pc:graphicFrameChg chg="add del modGraphic">
          <ac:chgData name="Oladipo Ajibawo" userId="25f7a2eb-4027-46ac-ae4a-cd39f1d003d1" providerId="ADAL" clId="{EBAAA321-B948-43A4-BA75-5382A8BBB436}" dt="2025-04-03T00:58:27.569" v="1168" actId="1032"/>
          <ac:graphicFrameMkLst>
            <pc:docMk/>
            <pc:sldMk cId="926663266" sldId="269"/>
            <ac:graphicFrameMk id="2" creationId="{580163BD-13BE-E072-3DF7-2513FB0BA3A2}"/>
          </ac:graphicFrameMkLst>
        </pc:graphicFrameChg>
        <pc:graphicFrameChg chg="mod">
          <ac:chgData name="Oladipo Ajibawo" userId="25f7a2eb-4027-46ac-ae4a-cd39f1d003d1" providerId="ADAL" clId="{EBAAA321-B948-43A4-BA75-5382A8BBB436}" dt="2025-04-03T19:11:07.961" v="3457" actId="12100"/>
          <ac:graphicFrameMkLst>
            <pc:docMk/>
            <pc:sldMk cId="926663266" sldId="269"/>
            <ac:graphicFrameMk id="152" creationId="{7521DE43-167A-B6B3-EBAE-3E6D1433F644}"/>
          </ac:graphicFrameMkLst>
        </pc:graphicFrameChg>
      </pc:sldChg>
      <pc:sldChg chg="addSp delSp modSp add mod modAnim">
        <pc:chgData name="Oladipo Ajibawo" userId="25f7a2eb-4027-46ac-ae4a-cd39f1d003d1" providerId="ADAL" clId="{EBAAA321-B948-43A4-BA75-5382A8BBB436}" dt="2025-04-03T16:28:09.062" v="3183"/>
        <pc:sldMkLst>
          <pc:docMk/>
          <pc:sldMk cId="3341036768" sldId="270"/>
        </pc:sldMkLst>
        <pc:spChg chg="mod modVis">
          <ac:chgData name="Oladipo Ajibawo" userId="25f7a2eb-4027-46ac-ae4a-cd39f1d003d1" providerId="ADAL" clId="{EBAAA321-B948-43A4-BA75-5382A8BBB436}" dt="2025-04-03T14:41:14.516" v="2592" actId="14429"/>
          <ac:spMkLst>
            <pc:docMk/>
            <pc:sldMk cId="3341036768" sldId="270"/>
            <ac:spMk id="4" creationId="{320352DF-DEAD-DE27-06EC-5C21693301BE}"/>
          </ac:spMkLst>
        </pc:spChg>
        <pc:spChg chg="mod">
          <ac:chgData name="Oladipo Ajibawo" userId="25f7a2eb-4027-46ac-ae4a-cd39f1d003d1" providerId="ADAL" clId="{EBAAA321-B948-43A4-BA75-5382A8BBB436}" dt="2025-04-03T16:01:14.228" v="2969" actId="122"/>
          <ac:spMkLst>
            <pc:docMk/>
            <pc:sldMk cId="3341036768" sldId="270"/>
            <ac:spMk id="6" creationId="{F26F5B53-1E84-1533-5891-CDEB7F186A94}"/>
          </ac:spMkLst>
        </pc:spChg>
        <pc:spChg chg="mod">
          <ac:chgData name="Oladipo Ajibawo" userId="25f7a2eb-4027-46ac-ae4a-cd39f1d003d1" providerId="ADAL" clId="{EBAAA321-B948-43A4-BA75-5382A8BBB436}" dt="2025-04-03T16:03:49.168" v="2982" actId="14100"/>
          <ac:spMkLst>
            <pc:docMk/>
            <pc:sldMk cId="3341036768" sldId="270"/>
            <ac:spMk id="9" creationId="{C9AA41CD-CACF-C953-2748-20EC82FD933F}"/>
          </ac:spMkLst>
        </pc:spChg>
        <pc:spChg chg="mod">
          <ac:chgData name="Oladipo Ajibawo" userId="25f7a2eb-4027-46ac-ae4a-cd39f1d003d1" providerId="ADAL" clId="{EBAAA321-B948-43A4-BA75-5382A8BBB436}" dt="2025-04-03T16:03:09.567" v="2979" actId="18245"/>
          <ac:spMkLst>
            <pc:docMk/>
            <pc:sldMk cId="3341036768" sldId="270"/>
            <ac:spMk id="10" creationId="{9531C5CC-4579-D441-4B6E-C5D7E4B65193}"/>
          </ac:spMkLst>
        </pc:spChg>
        <pc:spChg chg="mod">
          <ac:chgData name="Oladipo Ajibawo" userId="25f7a2eb-4027-46ac-ae4a-cd39f1d003d1" providerId="ADAL" clId="{EBAAA321-B948-43A4-BA75-5382A8BBB436}" dt="2025-04-03T16:03:38.689" v="2981" actId="14100"/>
          <ac:spMkLst>
            <pc:docMk/>
            <pc:sldMk cId="3341036768" sldId="270"/>
            <ac:spMk id="11" creationId="{C8D8DB02-C87A-36C5-9349-557755DD0AB6}"/>
          </ac:spMkLst>
        </pc:spChg>
        <pc:spChg chg="mod">
          <ac:chgData name="Oladipo Ajibawo" userId="25f7a2eb-4027-46ac-ae4a-cd39f1d003d1" providerId="ADAL" clId="{EBAAA321-B948-43A4-BA75-5382A8BBB436}" dt="2025-04-03T16:03:09.567" v="2979" actId="18245"/>
          <ac:spMkLst>
            <pc:docMk/>
            <pc:sldMk cId="3341036768" sldId="270"/>
            <ac:spMk id="12" creationId="{0E016E22-4076-06B5-39A8-8AB9CBCC1EA4}"/>
          </ac:spMkLst>
        </pc:spChg>
        <pc:spChg chg="mod">
          <ac:chgData name="Oladipo Ajibawo" userId="25f7a2eb-4027-46ac-ae4a-cd39f1d003d1" providerId="ADAL" clId="{EBAAA321-B948-43A4-BA75-5382A8BBB436}" dt="2025-04-03T16:03:09.567" v="2979" actId="18245"/>
          <ac:spMkLst>
            <pc:docMk/>
            <pc:sldMk cId="3341036768" sldId="270"/>
            <ac:spMk id="13" creationId="{4F295DE8-EA26-01D9-4708-B317994272E5}"/>
          </ac:spMkLst>
        </pc:spChg>
        <pc:spChg chg="mod">
          <ac:chgData name="Oladipo Ajibawo" userId="25f7a2eb-4027-46ac-ae4a-cd39f1d003d1" providerId="ADAL" clId="{EBAAA321-B948-43A4-BA75-5382A8BBB436}" dt="2025-04-03T16:03:09.567" v="2979" actId="18245"/>
          <ac:spMkLst>
            <pc:docMk/>
            <pc:sldMk cId="3341036768" sldId="270"/>
            <ac:spMk id="14" creationId="{F5639001-68BF-5222-E35E-3C4FF53D7A71}"/>
          </ac:spMkLst>
        </pc:spChg>
        <pc:grpChg chg="mod">
          <ac:chgData name="Oladipo Ajibawo" userId="25f7a2eb-4027-46ac-ae4a-cd39f1d003d1" providerId="ADAL" clId="{EBAAA321-B948-43A4-BA75-5382A8BBB436}" dt="2025-04-03T16:03:09.567" v="2979" actId="18245"/>
          <ac:grpSpMkLst>
            <pc:docMk/>
            <pc:sldMk cId="3341036768" sldId="270"/>
            <ac:grpSpMk id="8" creationId="{28C58E9F-1D9E-862C-C2A5-5B6A987389F0}"/>
          </ac:grpSpMkLst>
        </pc:grpChg>
        <pc:graphicFrameChg chg="add del mod modGraphic">
          <ac:chgData name="Oladipo Ajibawo" userId="25f7a2eb-4027-46ac-ae4a-cd39f1d003d1" providerId="ADAL" clId="{EBAAA321-B948-43A4-BA75-5382A8BBB436}" dt="2025-04-03T16:03:09.567" v="2979" actId="18245"/>
          <ac:graphicFrameMkLst>
            <pc:docMk/>
            <pc:sldMk cId="3341036768" sldId="270"/>
            <ac:graphicFrameMk id="5" creationId="{DD26B3AF-A990-7006-2BAF-54DCAA009986}"/>
          </ac:graphicFrameMkLst>
        </pc:graphicFrameChg>
        <pc:graphicFrameChg chg="add mod modGraphic">
          <ac:chgData name="Oladipo Ajibawo" userId="25f7a2eb-4027-46ac-ae4a-cd39f1d003d1" providerId="ADAL" clId="{EBAAA321-B948-43A4-BA75-5382A8BBB436}" dt="2025-04-03T16:08:30.110" v="3010" actId="14100"/>
          <ac:graphicFrameMkLst>
            <pc:docMk/>
            <pc:sldMk cId="3341036768" sldId="270"/>
            <ac:graphicFrameMk id="7" creationId="{14796FE9-CDE6-4791-00D4-BD7A2BE91EA1}"/>
          </ac:graphicFrameMkLst>
        </pc:graphicFrameChg>
        <pc:picChg chg="add del">
          <ac:chgData name="Oladipo Ajibawo" userId="25f7a2eb-4027-46ac-ae4a-cd39f1d003d1" providerId="ADAL" clId="{EBAAA321-B948-43A4-BA75-5382A8BBB436}" dt="2025-04-03T13:09:02.969" v="2110" actId="478"/>
          <ac:picMkLst>
            <pc:docMk/>
            <pc:sldMk cId="3341036768" sldId="270"/>
            <ac:picMk id="2" creationId="{F58F4DFF-9DFB-DFE7-0AF1-54F8C90E1E0F}"/>
          </ac:picMkLst>
        </pc:picChg>
        <pc:picChg chg="add del">
          <ac:chgData name="Oladipo Ajibawo" userId="25f7a2eb-4027-46ac-ae4a-cd39f1d003d1" providerId="ADAL" clId="{EBAAA321-B948-43A4-BA75-5382A8BBB436}" dt="2025-04-03T13:10:06.748" v="2116" actId="478"/>
          <ac:picMkLst>
            <pc:docMk/>
            <pc:sldMk cId="3341036768" sldId="270"/>
            <ac:picMk id="3" creationId="{E7C76564-D2EA-61AB-47B4-EE4A272E5CCA}"/>
          </ac:picMkLst>
        </pc:picChg>
      </pc:sldChg>
      <pc:sldChg chg="addSp modSp add mod modAnim">
        <pc:chgData name="Oladipo Ajibawo" userId="25f7a2eb-4027-46ac-ae4a-cd39f1d003d1" providerId="ADAL" clId="{EBAAA321-B948-43A4-BA75-5382A8BBB436}" dt="2025-04-03T19:14:00.110" v="3464" actId="2084"/>
        <pc:sldMkLst>
          <pc:docMk/>
          <pc:sldMk cId="3724782094" sldId="271"/>
        </pc:sldMkLst>
        <pc:spChg chg="add mod">
          <ac:chgData name="Oladipo Ajibawo" userId="25f7a2eb-4027-46ac-ae4a-cd39f1d003d1" providerId="ADAL" clId="{EBAAA321-B948-43A4-BA75-5382A8BBB436}" dt="2025-04-03T15:52:27.303" v="2938" actId="207"/>
          <ac:spMkLst>
            <pc:docMk/>
            <pc:sldMk cId="3724782094" sldId="271"/>
            <ac:spMk id="3" creationId="{C469E5D7-E4AF-F8E2-A7FE-81BAC0571DF7}"/>
          </ac:spMkLst>
        </pc:spChg>
        <pc:spChg chg="add mod ord">
          <ac:chgData name="Oladipo Ajibawo" userId="25f7a2eb-4027-46ac-ae4a-cd39f1d003d1" providerId="ADAL" clId="{EBAAA321-B948-43A4-BA75-5382A8BBB436}" dt="2025-04-03T15:53:17.228" v="2945" actId="167"/>
          <ac:spMkLst>
            <pc:docMk/>
            <pc:sldMk cId="3724782094" sldId="271"/>
            <ac:spMk id="5" creationId="{2A055813-0A7C-AD2D-F191-D7509DBD6D59}"/>
          </ac:spMkLst>
        </pc:spChg>
        <pc:spChg chg="mod">
          <ac:chgData name="Oladipo Ajibawo" userId="25f7a2eb-4027-46ac-ae4a-cd39f1d003d1" providerId="ADAL" clId="{EBAAA321-B948-43A4-BA75-5382A8BBB436}" dt="2025-04-03T16:17:04.655" v="3115" actId="20577"/>
          <ac:spMkLst>
            <pc:docMk/>
            <pc:sldMk cId="3724782094" sldId="271"/>
            <ac:spMk id="6" creationId="{AE8B2A89-2D71-7900-22CA-CECD9F97A728}"/>
          </ac:spMkLst>
        </pc:spChg>
        <pc:graphicFrameChg chg="add mod modGraphic">
          <ac:chgData name="Oladipo Ajibawo" userId="25f7a2eb-4027-46ac-ae4a-cd39f1d003d1" providerId="ADAL" clId="{EBAAA321-B948-43A4-BA75-5382A8BBB436}" dt="2025-04-03T19:14:00.110" v="3464" actId="2084"/>
          <ac:graphicFrameMkLst>
            <pc:docMk/>
            <pc:sldMk cId="3724782094" sldId="271"/>
            <ac:graphicFrameMk id="2" creationId="{ED763834-2F16-33B8-75E3-9210FAEC9383}"/>
          </ac:graphicFrameMkLst>
        </pc:graphicFrameChg>
      </pc:sldChg>
      <pc:sldChg chg="addSp delSp modSp add del mod">
        <pc:chgData name="Oladipo Ajibawo" userId="25f7a2eb-4027-46ac-ae4a-cd39f1d003d1" providerId="ADAL" clId="{EBAAA321-B948-43A4-BA75-5382A8BBB436}" dt="2025-04-03T21:04:37.464" v="3538" actId="2696"/>
        <pc:sldMkLst>
          <pc:docMk/>
          <pc:sldMk cId="1581820584" sldId="272"/>
        </pc:sldMkLst>
        <pc:spChg chg="add del mod">
          <ac:chgData name="Oladipo Ajibawo" userId="25f7a2eb-4027-46ac-ae4a-cd39f1d003d1" providerId="ADAL" clId="{EBAAA321-B948-43A4-BA75-5382A8BBB436}" dt="2025-04-03T18:17:57.649" v="3325"/>
          <ac:spMkLst>
            <pc:docMk/>
            <pc:sldMk cId="1581820584" sldId="272"/>
            <ac:spMk id="3" creationId="{4895A075-8262-5B73-BA81-A469E73E9A5F}"/>
          </ac:spMkLst>
        </pc:spChg>
        <pc:spChg chg="add mod">
          <ac:chgData name="Oladipo Ajibawo" userId="25f7a2eb-4027-46ac-ae4a-cd39f1d003d1" providerId="ADAL" clId="{EBAAA321-B948-43A4-BA75-5382A8BBB436}" dt="2025-04-03T20:33:12.329" v="3536" actId="14100"/>
          <ac:spMkLst>
            <pc:docMk/>
            <pc:sldMk cId="1581820584" sldId="272"/>
            <ac:spMk id="3" creationId="{6C6581BB-F4C4-5E5E-DE05-A01781735D71}"/>
          </ac:spMkLst>
        </pc:spChg>
        <pc:spChg chg="mod">
          <ac:chgData name="Oladipo Ajibawo" userId="25f7a2eb-4027-46ac-ae4a-cd39f1d003d1" providerId="ADAL" clId="{EBAAA321-B948-43A4-BA75-5382A8BBB436}" dt="2025-04-03T18:27:00.039" v="3359" actId="122"/>
          <ac:spMkLst>
            <pc:docMk/>
            <pc:sldMk cId="1581820584" sldId="272"/>
            <ac:spMk id="6" creationId="{FA6F0542-33EC-21A6-3743-71FD7B19A434}"/>
          </ac:spMkLst>
        </pc:spChg>
        <pc:spChg chg="add del mod">
          <ac:chgData name="Oladipo Ajibawo" userId="25f7a2eb-4027-46ac-ae4a-cd39f1d003d1" providerId="ADAL" clId="{EBAAA321-B948-43A4-BA75-5382A8BBB436}" dt="2025-04-03T18:23:59.801" v="3342" actId="478"/>
          <ac:spMkLst>
            <pc:docMk/>
            <pc:sldMk cId="1581820584" sldId="272"/>
            <ac:spMk id="9" creationId="{020831A3-3757-9F97-1869-EFC0C0E87AB9}"/>
          </ac:spMkLst>
        </pc:spChg>
        <pc:spChg chg="mod">
          <ac:chgData name="Oladipo Ajibawo" userId="25f7a2eb-4027-46ac-ae4a-cd39f1d003d1" providerId="ADAL" clId="{EBAAA321-B948-43A4-BA75-5382A8BBB436}" dt="2025-04-03T19:10:05.781" v="3454" actId="12788"/>
          <ac:spMkLst>
            <pc:docMk/>
            <pc:sldMk cId="1581820584" sldId="272"/>
            <ac:spMk id="12" creationId="{0D066365-923E-6DB0-C894-AD507F87A68D}"/>
          </ac:spMkLst>
        </pc:spChg>
        <pc:spChg chg="add del mod">
          <ac:chgData name="Oladipo Ajibawo" userId="25f7a2eb-4027-46ac-ae4a-cd39f1d003d1" providerId="ADAL" clId="{EBAAA321-B948-43A4-BA75-5382A8BBB436}" dt="2025-04-03T18:25:17.862" v="3348" actId="478"/>
          <ac:spMkLst>
            <pc:docMk/>
            <pc:sldMk cId="1581820584" sldId="272"/>
            <ac:spMk id="12" creationId="{DED91A26-96F4-2826-1923-37767FB44D9E}"/>
          </ac:spMkLst>
        </pc:spChg>
        <pc:spChg chg="mod">
          <ac:chgData name="Oladipo Ajibawo" userId="25f7a2eb-4027-46ac-ae4a-cd39f1d003d1" providerId="ADAL" clId="{EBAAA321-B948-43A4-BA75-5382A8BBB436}" dt="2025-04-03T20:25:51.084" v="3483" actId="14100"/>
          <ac:spMkLst>
            <pc:docMk/>
            <pc:sldMk cId="1581820584" sldId="272"/>
            <ac:spMk id="14" creationId="{E6EC78C8-F74D-A616-2AC1-0BFFFF5CF7B5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15" creationId="{EEC99687-BBC0-FB28-19F0-E5694B24D2F1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16" creationId="{3DC1424A-FBE9-6E99-FF29-B043621B5736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17" creationId="{A588DD90-087C-0539-5FBA-2264BDCEE8A6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20" creationId="{71FA7F4E-90E1-B7FD-0332-352FBCCA30C8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21" creationId="{E8F76ADA-1E05-5525-0AFF-62403C58270C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22" creationId="{AFC43A70-6CD3-E903-FB1D-E6F0FD582826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23" creationId="{96AB4431-3CB1-F9E6-AAD0-491D29AEF2C1}"/>
          </ac:spMkLst>
        </pc:spChg>
        <pc:spChg chg="mod">
          <ac:chgData name="Oladipo Ajibawo" userId="25f7a2eb-4027-46ac-ae4a-cd39f1d003d1" providerId="ADAL" clId="{EBAAA321-B948-43A4-BA75-5382A8BBB436}" dt="2025-04-03T19:09:55.862" v="3452" actId="18245"/>
          <ac:spMkLst>
            <pc:docMk/>
            <pc:sldMk cId="1581820584" sldId="272"/>
            <ac:spMk id="24" creationId="{A8EF138E-71D6-FB8D-1324-11BA61EF51B2}"/>
          </ac:spMkLst>
        </pc:spChg>
        <pc:grpChg chg="del mod">
          <ac:chgData name="Oladipo Ajibawo" userId="25f7a2eb-4027-46ac-ae4a-cd39f1d003d1" providerId="ADAL" clId="{EBAAA321-B948-43A4-BA75-5382A8BBB436}" dt="2025-04-03T20:28:21.019" v="3497" actId="478"/>
          <ac:grpSpMkLst>
            <pc:docMk/>
            <pc:sldMk cId="1581820584" sldId="272"/>
            <ac:grpSpMk id="11" creationId="{C4213BD1-5067-A37C-8771-249DE85A07E0}"/>
          </ac:grpSpMkLst>
        </pc:grpChg>
        <pc:graphicFrameChg chg="add del mod modGraphic">
          <ac:chgData name="Oladipo Ajibawo" userId="25f7a2eb-4027-46ac-ae4a-cd39f1d003d1" providerId="ADAL" clId="{EBAAA321-B948-43A4-BA75-5382A8BBB436}" dt="2025-04-03T19:03:12.357" v="3395" actId="478"/>
          <ac:graphicFrameMkLst>
            <pc:docMk/>
            <pc:sldMk cId="1581820584" sldId="272"/>
            <ac:graphicFrameMk id="5" creationId="{024DD071-C1D5-E93F-C282-1BEF6B2009C6}"/>
          </ac:graphicFrameMkLst>
        </pc:graphicFrameChg>
        <pc:graphicFrameChg chg="add mod">
          <ac:chgData name="Oladipo Ajibawo" userId="25f7a2eb-4027-46ac-ae4a-cd39f1d003d1" providerId="ADAL" clId="{EBAAA321-B948-43A4-BA75-5382A8BBB436}" dt="2025-04-03T19:09:50.337" v="3451" actId="14100"/>
          <ac:graphicFrameMkLst>
            <pc:docMk/>
            <pc:sldMk cId="1581820584" sldId="272"/>
            <ac:graphicFrameMk id="10" creationId="{A58DC7B2-D0E8-DCFE-C1DB-CCD1CF3C71B6}"/>
          </ac:graphicFrameMkLst>
        </pc:graphicFrameChg>
        <pc:picChg chg="add del mod">
          <ac:chgData name="Oladipo Ajibawo" userId="25f7a2eb-4027-46ac-ae4a-cd39f1d003d1" providerId="ADAL" clId="{EBAAA321-B948-43A4-BA75-5382A8BBB436}" dt="2025-04-03T19:04:03.063" v="3399" actId="478"/>
          <ac:picMkLst>
            <pc:docMk/>
            <pc:sldMk cId="1581820584" sldId="272"/>
            <ac:picMk id="3" creationId="{01E90FA6-1935-1A80-72B7-AA079A1D8033}"/>
          </ac:picMkLst>
        </pc:picChg>
        <pc:picChg chg="add del mod">
          <ac:chgData name="Oladipo Ajibawo" userId="25f7a2eb-4027-46ac-ae4a-cd39f1d003d1" providerId="ADAL" clId="{EBAAA321-B948-43A4-BA75-5382A8BBB436}" dt="2025-04-03T19:07:55.837" v="3439" actId="478"/>
          <ac:picMkLst>
            <pc:docMk/>
            <pc:sldMk cId="1581820584" sldId="272"/>
            <ac:picMk id="8" creationId="{C5CB36FB-2779-CECC-D753-B8F8F7901645}"/>
          </ac:picMkLst>
        </pc:picChg>
        <pc:picChg chg="add del mod">
          <ac:chgData name="Oladipo Ajibawo" userId="25f7a2eb-4027-46ac-ae4a-cd39f1d003d1" providerId="ADAL" clId="{EBAAA321-B948-43A4-BA75-5382A8BBB436}" dt="2025-04-03T18:23:59.801" v="3342" actId="478"/>
          <ac:picMkLst>
            <pc:docMk/>
            <pc:sldMk cId="1581820584" sldId="272"/>
            <ac:picMk id="8" creationId="{D78810DA-89E2-030B-ABBB-037BA79FE771}"/>
          </ac:picMkLst>
        </pc:picChg>
        <pc:picChg chg="add del mod">
          <ac:chgData name="Oladipo Ajibawo" userId="25f7a2eb-4027-46ac-ae4a-cd39f1d003d1" providerId="ADAL" clId="{EBAAA321-B948-43A4-BA75-5382A8BBB436}" dt="2025-04-03T19:09:00.828" v="3442" actId="478"/>
          <ac:picMkLst>
            <pc:docMk/>
            <pc:sldMk cId="1581820584" sldId="272"/>
            <ac:picMk id="9" creationId="{C87B6167-4F85-800D-8888-DE833660F9EC}"/>
          </ac:picMkLst>
        </pc:picChg>
        <pc:picChg chg="add del mod">
          <ac:chgData name="Oladipo Ajibawo" userId="25f7a2eb-4027-46ac-ae4a-cd39f1d003d1" providerId="ADAL" clId="{EBAAA321-B948-43A4-BA75-5382A8BBB436}" dt="2025-04-03T18:28:04.664" v="3363" actId="478"/>
          <ac:picMkLst>
            <pc:docMk/>
            <pc:sldMk cId="1581820584" sldId="272"/>
            <ac:picMk id="11" creationId="{8DDC5387-5CF6-2FE3-B977-A8C833B23375}"/>
          </ac:picMkLst>
        </pc:picChg>
        <pc:picChg chg="add del mod">
          <ac:chgData name="Oladipo Ajibawo" userId="25f7a2eb-4027-46ac-ae4a-cd39f1d003d1" providerId="ADAL" clId="{EBAAA321-B948-43A4-BA75-5382A8BBB436}" dt="2025-04-03T18:47:09.889" v="3388" actId="478"/>
          <ac:picMkLst>
            <pc:docMk/>
            <pc:sldMk cId="1581820584" sldId="272"/>
            <ac:picMk id="13" creationId="{7F23931E-13C2-8FCC-9CB5-AC9C0AFC3D64}"/>
          </ac:picMkLst>
        </pc:picChg>
        <pc:picChg chg="add del mod">
          <ac:chgData name="Oladipo Ajibawo" userId="25f7a2eb-4027-46ac-ae4a-cd39f1d003d1" providerId="ADAL" clId="{EBAAA321-B948-43A4-BA75-5382A8BBB436}" dt="2025-04-03T18:28:04.664" v="3363" actId="478"/>
          <ac:picMkLst>
            <pc:docMk/>
            <pc:sldMk cId="1581820584" sldId="272"/>
            <ac:picMk id="1026" creationId="{0834A09A-E8C7-F74E-3795-DBEF50994AAE}"/>
          </ac:picMkLst>
        </pc:picChg>
      </pc:sldChg>
      <pc:sldChg chg="addSp delSp modSp mod modAnim">
        <pc:chgData name="Oladipo Ajibawo" userId="25f7a2eb-4027-46ac-ae4a-cd39f1d003d1" providerId="ADAL" clId="{EBAAA321-B948-43A4-BA75-5382A8BBB436}" dt="2025-04-03T16:25:56.781" v="3177" actId="1076"/>
        <pc:sldMkLst>
          <pc:docMk/>
          <pc:sldMk cId="472527572" sldId="274"/>
        </pc:sldMkLst>
        <pc:spChg chg="mod">
          <ac:chgData name="Oladipo Ajibawo" userId="25f7a2eb-4027-46ac-ae4a-cd39f1d003d1" providerId="ADAL" clId="{EBAAA321-B948-43A4-BA75-5382A8BBB436}" dt="2025-04-03T16:00:59.257" v="2968" actId="14100"/>
          <ac:spMkLst>
            <pc:docMk/>
            <pc:sldMk cId="472527572" sldId="274"/>
            <ac:spMk id="6" creationId="{28D84F8A-98A6-2F73-7B90-CB52B1211887}"/>
          </ac:spMkLst>
        </pc:spChg>
        <pc:spChg chg="add del mod">
          <ac:chgData name="Oladipo Ajibawo" userId="25f7a2eb-4027-46ac-ae4a-cd39f1d003d1" providerId="ADAL" clId="{EBAAA321-B948-43A4-BA75-5382A8BBB436}" dt="2025-04-03T16:22:39.178" v="3147" actId="478"/>
          <ac:spMkLst>
            <pc:docMk/>
            <pc:sldMk cId="472527572" sldId="274"/>
            <ac:spMk id="17" creationId="{C77E06B5-CAF6-56F5-6525-91713921B824}"/>
          </ac:spMkLst>
        </pc:spChg>
        <pc:spChg chg="add mod">
          <ac:chgData name="Oladipo Ajibawo" userId="25f7a2eb-4027-46ac-ae4a-cd39f1d003d1" providerId="ADAL" clId="{EBAAA321-B948-43A4-BA75-5382A8BBB436}" dt="2025-04-03T15:39:26.285" v="2862"/>
          <ac:spMkLst>
            <pc:docMk/>
            <pc:sldMk cId="472527572" sldId="274"/>
            <ac:spMk id="22" creationId="{5D7E5374-F6B3-6D6C-EB2C-2BA84C3F0CD6}"/>
          </ac:spMkLst>
        </pc:spChg>
        <pc:spChg chg="add mod ord">
          <ac:chgData name="Oladipo Ajibawo" userId="25f7a2eb-4027-46ac-ae4a-cd39f1d003d1" providerId="ADAL" clId="{EBAAA321-B948-43A4-BA75-5382A8BBB436}" dt="2025-04-03T16:23:55.106" v="3158" actId="1076"/>
          <ac:spMkLst>
            <pc:docMk/>
            <pc:sldMk cId="472527572" sldId="274"/>
            <ac:spMk id="23" creationId="{9D3C0005-4E2B-397E-E309-A38E99A31966}"/>
          </ac:spMkLst>
        </pc:spChg>
        <pc:graphicFrameChg chg="add mod modGraphic">
          <ac:chgData name="Oladipo Ajibawo" userId="25f7a2eb-4027-46ac-ae4a-cd39f1d003d1" providerId="ADAL" clId="{EBAAA321-B948-43A4-BA75-5382A8BBB436}" dt="2025-04-03T16:25:51.479" v="3176"/>
          <ac:graphicFrameMkLst>
            <pc:docMk/>
            <pc:sldMk cId="472527572" sldId="274"/>
            <ac:graphicFrameMk id="5" creationId="{45FE5A2A-D666-C1DB-8A99-C41573B62ED6}"/>
          </ac:graphicFrameMkLst>
        </pc:graphicFrameChg>
        <pc:picChg chg="add mod">
          <ac:chgData name="Oladipo Ajibawo" userId="25f7a2eb-4027-46ac-ae4a-cd39f1d003d1" providerId="ADAL" clId="{EBAAA321-B948-43A4-BA75-5382A8BBB436}" dt="2025-04-03T16:25:56.781" v="3177" actId="1076"/>
          <ac:picMkLst>
            <pc:docMk/>
            <pc:sldMk cId="472527572" sldId="274"/>
            <ac:picMk id="8" creationId="{1E431099-33BB-0980-CA7E-C808E3C06497}"/>
          </ac:picMkLst>
        </pc:picChg>
        <pc:picChg chg="add mod">
          <ac:chgData name="Oladipo Ajibawo" userId="25f7a2eb-4027-46ac-ae4a-cd39f1d003d1" providerId="ADAL" clId="{EBAAA321-B948-43A4-BA75-5382A8BBB436}" dt="2025-04-02T00:28:56.294" v="991" actId="1076"/>
          <ac:picMkLst>
            <pc:docMk/>
            <pc:sldMk cId="472527572" sldId="274"/>
            <ac:picMk id="10" creationId="{2258B953-38E4-B039-06C3-C9F14821FD69}"/>
          </ac:picMkLst>
        </pc:picChg>
        <pc:picChg chg="add mod">
          <ac:chgData name="Oladipo Ajibawo" userId="25f7a2eb-4027-46ac-ae4a-cd39f1d003d1" providerId="ADAL" clId="{EBAAA321-B948-43A4-BA75-5382A8BBB436}" dt="2025-04-03T16:23:44.111" v="3157" actId="1076"/>
          <ac:picMkLst>
            <pc:docMk/>
            <pc:sldMk cId="472527572" sldId="274"/>
            <ac:picMk id="12" creationId="{FFB7ECAA-C335-E741-862A-398FB17E9F4F}"/>
          </ac:picMkLst>
        </pc:picChg>
        <pc:picChg chg="add mod">
          <ac:chgData name="Oladipo Ajibawo" userId="25f7a2eb-4027-46ac-ae4a-cd39f1d003d1" providerId="ADAL" clId="{EBAAA321-B948-43A4-BA75-5382A8BBB436}" dt="2025-04-03T16:25:22.788" v="3172" actId="1076"/>
          <ac:picMkLst>
            <pc:docMk/>
            <pc:sldMk cId="472527572" sldId="274"/>
            <ac:picMk id="14" creationId="{DAA4E512-6EBA-A002-7BB6-9E0D12B3B66C}"/>
          </ac:picMkLst>
        </pc:picChg>
        <pc:picChg chg="add mod">
          <ac:chgData name="Oladipo Ajibawo" userId="25f7a2eb-4027-46ac-ae4a-cd39f1d003d1" providerId="ADAL" clId="{EBAAA321-B948-43A4-BA75-5382A8BBB436}" dt="2025-04-03T16:24:30.422" v="3165" actId="1076"/>
          <ac:picMkLst>
            <pc:docMk/>
            <pc:sldMk cId="472527572" sldId="274"/>
            <ac:picMk id="16" creationId="{BD344495-14FC-3C02-E7A5-8E0703493E0C}"/>
          </ac:picMkLst>
        </pc:picChg>
        <pc:picChg chg="add mod">
          <ac:chgData name="Oladipo Ajibawo" userId="25f7a2eb-4027-46ac-ae4a-cd39f1d003d1" providerId="ADAL" clId="{EBAAA321-B948-43A4-BA75-5382A8BBB436}" dt="2025-04-03T16:24:45.794" v="3167" actId="1076"/>
          <ac:picMkLst>
            <pc:docMk/>
            <pc:sldMk cId="472527572" sldId="274"/>
            <ac:picMk id="19" creationId="{7E571804-5447-90DC-8B34-BA966FF9D544}"/>
          </ac:picMkLst>
        </pc:picChg>
        <pc:picChg chg="add del mod ord">
          <ac:chgData name="Oladipo Ajibawo" userId="25f7a2eb-4027-46ac-ae4a-cd39f1d003d1" providerId="ADAL" clId="{EBAAA321-B948-43A4-BA75-5382A8BBB436}" dt="2025-04-03T16:23:58.619" v="3159" actId="1076"/>
          <ac:picMkLst>
            <pc:docMk/>
            <pc:sldMk cId="472527572" sldId="274"/>
            <ac:picMk id="21" creationId="{49CE3F7B-710C-4DF2-D138-D5BEF35080AF}"/>
          </ac:picMkLst>
        </pc:picChg>
      </pc:sldChg>
      <pc:sldChg chg="addSp delSp modSp new del mod">
        <pc:chgData name="Oladipo Ajibawo" userId="25f7a2eb-4027-46ac-ae4a-cd39f1d003d1" providerId="ADAL" clId="{EBAAA321-B948-43A4-BA75-5382A8BBB436}" dt="2025-04-03T21:04:32.044" v="3537" actId="2696"/>
        <pc:sldMkLst>
          <pc:docMk/>
          <pc:sldMk cId="247350615" sldId="275"/>
        </pc:sldMkLst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7" creationId="{8EA909A5-24A7-EBBB-E453-9D9AE2B92218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8" creationId="{5CB5E034-DA94-1371-1C40-A98E62FF645A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9" creationId="{C693D5AC-F944-6292-E129-A2A9E8430AC6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0" creationId="{220212D4-7CE8-9969-2B96-0D5D40D4A32B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2" creationId="{657CB839-09F1-51D9-DBD5-536E1C096048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3" creationId="{6B506192-D528-B33A-92F6-21969D660B42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4" creationId="{DD3CA614-252E-71E0-A237-CF52B1E175EF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5" creationId="{7412B3A6-5F79-B602-4CBF-016FB6FC0355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6" creationId="{4186A8FB-3BF9-5346-FAF8-DA25B6C88E0B}"/>
          </ac:spMkLst>
        </pc:spChg>
        <pc:spChg chg="mod">
          <ac:chgData name="Oladipo Ajibawo" userId="25f7a2eb-4027-46ac-ae4a-cd39f1d003d1" providerId="ADAL" clId="{EBAAA321-B948-43A4-BA75-5382A8BBB436}" dt="2025-04-03T20:28:15.669" v="3496"/>
          <ac:spMkLst>
            <pc:docMk/>
            <pc:sldMk cId="247350615" sldId="275"/>
            <ac:spMk id="17" creationId="{251BB1E7-A665-D75D-729F-3CE26041958F}"/>
          </ac:spMkLst>
        </pc:spChg>
        <pc:picChg chg="add del mod">
          <ac:chgData name="Oladipo Ajibawo" userId="25f7a2eb-4027-46ac-ae4a-cd39f1d003d1" providerId="ADAL" clId="{EBAAA321-B948-43A4-BA75-5382A8BBB436}" dt="2025-04-03T20:27:41.979" v="3494" actId="478"/>
          <ac:picMkLst>
            <pc:docMk/>
            <pc:sldMk cId="247350615" sldId="275"/>
            <ac:picMk id="5" creationId="{F3FC7F89-1D2F-9CE7-FE4F-439894D4343A}"/>
          </ac:picMkLst>
        </pc:picChg>
      </pc:sldChg>
      <pc:sldChg chg="addSp modSp new del">
        <pc:chgData name="Oladipo Ajibawo" userId="25f7a2eb-4027-46ac-ae4a-cd39f1d003d1" providerId="ADAL" clId="{EBAAA321-B948-43A4-BA75-5382A8BBB436}" dt="2025-04-03T19:09:36.051" v="3448" actId="2696"/>
        <pc:sldMkLst>
          <pc:docMk/>
          <pc:sldMk cId="1280649771" sldId="275"/>
        </pc:sldMkLst>
        <pc:graphicFrameChg chg="add mod">
          <ac:chgData name="Oladipo Ajibawo" userId="25f7a2eb-4027-46ac-ae4a-cd39f1d003d1" providerId="ADAL" clId="{EBAAA321-B948-43A4-BA75-5382A8BBB436}" dt="2025-04-03T19:09:32.024" v="3447" actId="478"/>
          <ac:graphicFrameMkLst>
            <pc:docMk/>
            <pc:sldMk cId="1280649771" sldId="275"/>
            <ac:graphicFrameMk id="5" creationId="{6A664F50-743B-6E16-9DD0-3898C74FF184}"/>
          </ac:graphicFrameMkLst>
        </pc:graphicFrameChg>
      </pc:sldChg>
      <pc:sldChg chg="addSp delSp modSp new del mod setBg">
        <pc:chgData name="Oladipo Ajibawo" userId="25f7a2eb-4027-46ac-ae4a-cd39f1d003d1" providerId="ADAL" clId="{EBAAA321-B948-43A4-BA75-5382A8BBB436}" dt="2025-04-03T18:31:13.609" v="3385" actId="47"/>
        <pc:sldMkLst>
          <pc:docMk/>
          <pc:sldMk cId="2400086259" sldId="275"/>
        </pc:sldMkLst>
        <pc:spChg chg="del">
          <ac:chgData name="Oladipo Ajibawo" userId="25f7a2eb-4027-46ac-ae4a-cd39f1d003d1" providerId="ADAL" clId="{EBAAA321-B948-43A4-BA75-5382A8BBB436}" dt="2025-04-03T18:29:30.452" v="3374" actId="478"/>
          <ac:spMkLst>
            <pc:docMk/>
            <pc:sldMk cId="2400086259" sldId="275"/>
            <ac:spMk id="2" creationId="{5214A55C-4A31-F221-40BB-C52299B4F41F}"/>
          </ac:spMkLst>
        </pc:spChg>
        <pc:spChg chg="add del">
          <ac:chgData name="Oladipo Ajibawo" userId="25f7a2eb-4027-46ac-ae4a-cd39f1d003d1" providerId="ADAL" clId="{EBAAA321-B948-43A4-BA75-5382A8BBB436}" dt="2025-04-03T18:30:55.468" v="3383"/>
          <ac:spMkLst>
            <pc:docMk/>
            <pc:sldMk cId="2400086259" sldId="275"/>
            <ac:spMk id="3" creationId="{BABC3F3D-AC9C-26A5-AF7A-5D9CB6DD20B3}"/>
          </ac:spMkLst>
        </pc:spChg>
        <pc:spChg chg="del">
          <ac:chgData name="Oladipo Ajibawo" userId="25f7a2eb-4027-46ac-ae4a-cd39f1d003d1" providerId="ADAL" clId="{EBAAA321-B948-43A4-BA75-5382A8BBB436}" dt="2025-04-03T18:29:34.935" v="3375" actId="478"/>
          <ac:spMkLst>
            <pc:docMk/>
            <pc:sldMk cId="2400086259" sldId="275"/>
            <ac:spMk id="4" creationId="{7C79D433-ECF4-DF3E-4B46-24305BA5F603}"/>
          </ac:spMkLst>
        </pc:spChg>
        <pc:spChg chg="mod">
          <ac:chgData name="Oladipo Ajibawo" userId="25f7a2eb-4027-46ac-ae4a-cd39f1d003d1" providerId="ADAL" clId="{EBAAA321-B948-43A4-BA75-5382A8BBB436}" dt="2025-04-03T18:30:08.622" v="3378" actId="26606"/>
          <ac:spMkLst>
            <pc:docMk/>
            <pc:sldMk cId="2400086259" sldId="275"/>
            <ac:spMk id="5" creationId="{33A4FAC5-CF7A-B6A0-94C1-03293E3FA533}"/>
          </ac:spMkLst>
        </pc:spChg>
        <pc:spChg chg="mod">
          <ac:chgData name="Oladipo Ajibawo" userId="25f7a2eb-4027-46ac-ae4a-cd39f1d003d1" providerId="ADAL" clId="{EBAAA321-B948-43A4-BA75-5382A8BBB436}" dt="2025-04-03T18:30:08.622" v="3378" actId="26606"/>
          <ac:spMkLst>
            <pc:docMk/>
            <pc:sldMk cId="2400086259" sldId="275"/>
            <ac:spMk id="6" creationId="{0330F543-DC4F-DB12-A2A7-F440D99F6297}"/>
          </ac:spMkLst>
        </pc:spChg>
        <pc:spChg chg="add del">
          <ac:chgData name="Oladipo Ajibawo" userId="25f7a2eb-4027-46ac-ae4a-cd39f1d003d1" providerId="ADAL" clId="{EBAAA321-B948-43A4-BA75-5382A8BBB436}" dt="2025-04-03T18:30:08.622" v="3378" actId="26606"/>
          <ac:spMkLst>
            <pc:docMk/>
            <pc:sldMk cId="2400086259" sldId="275"/>
            <ac:spMk id="12" creationId="{726908CC-6AC4-4222-8250-B90B6072E8AC}"/>
          </ac:spMkLst>
        </pc:spChg>
        <pc:spChg chg="add del">
          <ac:chgData name="Oladipo Ajibawo" userId="25f7a2eb-4027-46ac-ae4a-cd39f1d003d1" providerId="ADAL" clId="{EBAAA321-B948-43A4-BA75-5382A8BBB436}" dt="2025-04-03T18:30:08.622" v="3378" actId="26606"/>
          <ac:spMkLst>
            <pc:docMk/>
            <pc:sldMk cId="2400086259" sldId="275"/>
            <ac:spMk id="14" creationId="{F2F606D8-696E-4B76-BB10-43672AA1475A}"/>
          </ac:spMkLst>
        </pc:spChg>
        <pc:spChg chg="add del">
          <ac:chgData name="Oladipo Ajibawo" userId="25f7a2eb-4027-46ac-ae4a-cd39f1d003d1" providerId="ADAL" clId="{EBAAA321-B948-43A4-BA75-5382A8BBB436}" dt="2025-04-03T18:30:08.622" v="3378" actId="26606"/>
          <ac:spMkLst>
            <pc:docMk/>
            <pc:sldMk cId="2400086259" sldId="275"/>
            <ac:spMk id="16" creationId="{3ABF1881-5AFD-48F9-979A-19EE2FE30A33}"/>
          </ac:spMkLst>
        </pc:spChg>
        <pc:picChg chg="add mod ord">
          <ac:chgData name="Oladipo Ajibawo" userId="25f7a2eb-4027-46ac-ae4a-cd39f1d003d1" providerId="ADAL" clId="{EBAAA321-B948-43A4-BA75-5382A8BBB436}" dt="2025-04-03T18:30:59.661" v="3384" actId="14100"/>
          <ac:picMkLst>
            <pc:docMk/>
            <pc:sldMk cId="2400086259" sldId="275"/>
            <ac:picMk id="7" creationId="{EF990BB0-2578-7F83-F30E-567037D0B51E}"/>
          </ac:picMkLst>
        </pc:picChg>
        <pc:picChg chg="add mod">
          <ac:chgData name="Oladipo Ajibawo" userId="25f7a2eb-4027-46ac-ae4a-cd39f1d003d1" providerId="ADAL" clId="{EBAAA321-B948-43A4-BA75-5382A8BBB436}" dt="2025-04-03T18:30:55.468" v="3383"/>
          <ac:picMkLst>
            <pc:docMk/>
            <pc:sldMk cId="2400086259" sldId="275"/>
            <ac:picMk id="8" creationId="{E68F53CF-D411-0A74-9C39-735F43D80184}"/>
          </ac:picMkLst>
        </pc:picChg>
      </pc:sldChg>
      <pc:sldChg chg="addSp delSp modSp new mod ord modShow">
        <pc:chgData name="Oladipo Ajibawo" userId="25f7a2eb-4027-46ac-ae4a-cd39f1d003d1" providerId="ADAL" clId="{EBAAA321-B948-43A4-BA75-5382A8BBB436}" dt="2025-04-02T00:19:05.116" v="917" actId="729"/>
        <pc:sldMkLst>
          <pc:docMk/>
          <pc:sldMk cId="2638342356" sldId="275"/>
        </pc:sldMkLst>
        <pc:spChg chg="mod">
          <ac:chgData name="Oladipo Ajibawo" userId="25f7a2eb-4027-46ac-ae4a-cd39f1d003d1" providerId="ADAL" clId="{EBAAA321-B948-43A4-BA75-5382A8BBB436}" dt="2025-04-02T00:18:56.020" v="916"/>
          <ac:spMkLst>
            <pc:docMk/>
            <pc:sldMk cId="2638342356" sldId="275"/>
            <ac:spMk id="2" creationId="{19400243-2C61-E908-39EA-B3F1BA3D78BD}"/>
          </ac:spMkLst>
        </pc:spChg>
      </pc:sldChg>
      <pc:sldMasterChg chg="delSp modSp add mod addSldLayout modSldLayout">
        <pc:chgData name="Oladipo Ajibawo" userId="25f7a2eb-4027-46ac-ae4a-cd39f1d003d1" providerId="ADAL" clId="{EBAAA321-B948-43A4-BA75-5382A8BBB436}" dt="2025-03-29T22:34:13.851" v="280" actId="6549"/>
        <pc:sldMasterMkLst>
          <pc:docMk/>
          <pc:sldMasterMk cId="598851114" sldId="2147484517"/>
        </pc:sldMasterMkLst>
        <pc:spChg chg="mod">
          <ac:chgData name="Oladipo Ajibawo" userId="25f7a2eb-4027-46ac-ae4a-cd39f1d003d1" providerId="ADAL" clId="{EBAAA321-B948-43A4-BA75-5382A8BBB436}" dt="2025-03-29T22:34:13.851" v="280" actId="6549"/>
          <ac:spMkLst>
            <pc:docMk/>
            <pc:sldMasterMk cId="598851114" sldId="2147484517"/>
            <ac:spMk id="65" creationId="{B15BAF32-D999-45CB-A402-069AA03B5F7E}"/>
          </ac:spMkLst>
        </pc:spChg>
        <pc:sldLayoutChg chg="delSp add">
          <pc:chgData name="Oladipo Ajibawo" userId="25f7a2eb-4027-46ac-ae4a-cd39f1d003d1" providerId="ADAL" clId="{EBAAA321-B948-43A4-BA75-5382A8BBB436}" dt="2025-03-29T22:33:30.759" v="277"/>
          <pc:sldLayoutMkLst>
            <pc:docMk/>
            <pc:sldMasterMk cId="598851114" sldId="2147484517"/>
            <pc:sldLayoutMk cId="2322988798" sldId="2147484521"/>
          </pc:sldLayoutMkLst>
        </pc:sldLayoutChg>
        <pc:sldLayoutChg chg="delSp mod">
          <pc:chgData name="Oladipo Ajibawo" userId="25f7a2eb-4027-46ac-ae4a-cd39f1d003d1" providerId="ADAL" clId="{EBAAA321-B948-43A4-BA75-5382A8BBB436}" dt="2025-03-29T22:33:37.912" v="278" actId="478"/>
          <pc:sldLayoutMkLst>
            <pc:docMk/>
            <pc:sldMasterMk cId="598851114" sldId="2147484517"/>
            <pc:sldLayoutMk cId="2644104324" sldId="2147484522"/>
          </pc:sldLayoutMkLst>
        </pc:sldLayoutChg>
      </pc:sldMasterChg>
    </pc:docChg>
  </pc:docChgLst>
  <pc:docChgLst>
    <pc:chgData name="Oladipo Ajibawo" userId="S::100773513@unimail.derby.ac.uk::25f7a2eb-4027-46ac-ae4a-cd39f1d003d1" providerId="AD" clId="Web-{125AD550-0425-0869-361C-5FA7C851122C}"/>
    <pc:docChg chg="addSld delSld modSld">
      <pc:chgData name="Oladipo Ajibawo" userId="S::100773513@unimail.derby.ac.uk::25f7a2eb-4027-46ac-ae4a-cd39f1d003d1" providerId="AD" clId="Web-{125AD550-0425-0869-361C-5FA7C851122C}" dt="2025-03-29T22:13:52.355" v="27" actId="14100"/>
      <pc:docMkLst>
        <pc:docMk/>
      </pc:docMkLst>
      <pc:sldChg chg="addSp delSp modSp mod setClrOvrMap">
        <pc:chgData name="Oladipo Ajibawo" userId="S::100773513@unimail.derby.ac.uk::25f7a2eb-4027-46ac-ae4a-cd39f1d003d1" providerId="AD" clId="Web-{125AD550-0425-0869-361C-5FA7C851122C}" dt="2025-03-29T22:13:51.012" v="25"/>
        <pc:sldMkLst>
          <pc:docMk/>
          <pc:sldMk cId="2942388490" sldId="256"/>
        </pc:sldMkLst>
        <pc:spChg chg="mod ord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2" creationId="{930C116F-0985-9473-3997-92FE2BCE5CC1}"/>
          </ac:spMkLst>
        </pc:spChg>
        <pc:spChg chg="mod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4" creationId="{EF26FD1B-0970-8B8D-C04B-EAC0F18497A2}"/>
          </ac:spMkLst>
        </pc:spChg>
        <pc:spChg chg="mod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6" creationId="{D9A84316-7A92-3290-B2D2-A778273AAA39}"/>
          </ac:spMkLst>
        </pc:spChg>
        <pc:spChg chg="add del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106" creationId="{0671A8AE-40A1-4631-A6B8-581AFF065482}"/>
          </ac:spMkLst>
        </pc:spChg>
        <pc:spChg chg="add del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107" creationId="{A44CD100-6267-4E62-AA64-2182A3A6A1C0}"/>
          </ac:spMkLst>
        </pc:spChg>
        <pc:spChg chg="add del">
          <ac:chgData name="Oladipo Ajibawo" userId="S::100773513@unimail.derby.ac.uk::25f7a2eb-4027-46ac-ae4a-cd39f1d003d1" providerId="AD" clId="Web-{125AD550-0425-0869-361C-5FA7C851122C}" dt="2025-03-29T22:13:51.012" v="25"/>
          <ac:spMkLst>
            <pc:docMk/>
            <pc:sldMk cId="2942388490" sldId="256"/>
            <ac:spMk id="108" creationId="{AF2F604E-43BE-4DC3-B983-E071523364F8}"/>
          </ac:spMkLst>
        </pc:spChg>
        <pc:picChg chg="add del mod">
          <ac:chgData name="Oladipo Ajibawo" userId="S::100773513@unimail.derby.ac.uk::25f7a2eb-4027-46ac-ae4a-cd39f1d003d1" providerId="AD" clId="Web-{125AD550-0425-0869-361C-5FA7C851122C}" dt="2025-03-29T22:13:50.215" v="24" actId="14100"/>
          <ac:picMkLst>
            <pc:docMk/>
            <pc:sldMk cId="2942388490" sldId="256"/>
            <ac:picMk id="5" creationId="{E4A5277C-C450-BB96-AD12-4C33506D3E6C}"/>
          </ac:picMkLst>
        </pc:picChg>
      </pc:sldChg>
      <pc:sldChg chg="addSp delSp modSp">
        <pc:chgData name="Oladipo Ajibawo" userId="S::100773513@unimail.derby.ac.uk::25f7a2eb-4027-46ac-ae4a-cd39f1d003d1" providerId="AD" clId="Web-{125AD550-0425-0869-361C-5FA7C851122C}" dt="2025-03-29T22:13:52.355" v="27" actId="14100"/>
        <pc:sldMkLst>
          <pc:docMk/>
          <pc:sldMk cId="1972990316" sldId="258"/>
        </pc:sldMkLst>
      </pc:sldChg>
      <pc:sldChg chg="new del">
        <pc:chgData name="Oladipo Ajibawo" userId="S::100773513@unimail.derby.ac.uk::25f7a2eb-4027-46ac-ae4a-cd39f1d003d1" providerId="AD" clId="Web-{125AD550-0425-0869-361C-5FA7C851122C}" dt="2025-03-29T22:13:51.809" v="26"/>
        <pc:sldMkLst>
          <pc:docMk/>
          <pc:sldMk cId="946169857" sldId="265"/>
        </pc:sldMkLst>
      </pc:sldChg>
      <pc:sldChg chg="new del">
        <pc:chgData name="Oladipo Ajibawo" userId="S::100773513@unimail.derby.ac.uk::25f7a2eb-4027-46ac-ae4a-cd39f1d003d1" providerId="AD" clId="Web-{125AD550-0425-0869-361C-5FA7C851122C}" dt="2025-03-29T22:12:17.103" v="14"/>
        <pc:sldMkLst>
          <pc:docMk/>
          <pc:sldMk cId="1107516530" sldId="265"/>
        </pc:sldMkLst>
      </pc:sldChg>
      <pc:sldChg chg="new del">
        <pc:chgData name="Oladipo Ajibawo" userId="S::100773513@unimail.derby.ac.uk::25f7a2eb-4027-46ac-ae4a-cd39f1d003d1" providerId="AD" clId="Web-{125AD550-0425-0869-361C-5FA7C851122C}" dt="2025-03-29T22:12:47.745" v="16"/>
        <pc:sldMkLst>
          <pc:docMk/>
          <pc:sldMk cId="3275804448" sldId="265"/>
        </pc:sldMkLst>
      </pc:sldChg>
    </pc:docChg>
  </pc:docChgLst>
  <pc:docChgLst>
    <pc:chgData name="Oladipo Ajibawo" userId="S::100773513@unimail.derby.ac.uk::25f7a2eb-4027-46ac-ae4a-cd39f1d003d1" providerId="AD" clId="Web-{137A995B-5BBD-9E90-C869-3A25AA3C2127}"/>
    <pc:docChg chg="addSld delSld modSld">
      <pc:chgData name="Oladipo Ajibawo" userId="S::100773513@unimail.derby.ac.uk::25f7a2eb-4027-46ac-ae4a-cd39f1d003d1" providerId="AD" clId="Web-{137A995B-5BBD-9E90-C869-3A25AA3C2127}" dt="2025-03-29T18:32:30.725" v="21"/>
      <pc:docMkLst>
        <pc:docMk/>
      </pc:docMkLst>
      <pc:sldChg chg="addSp delSp modSp mod setClrOvrMap">
        <pc:chgData name="Oladipo Ajibawo" userId="S::100773513@unimail.derby.ac.uk::25f7a2eb-4027-46ac-ae4a-cd39f1d003d1" providerId="AD" clId="Web-{137A995B-5BBD-9E90-C869-3A25AA3C2127}" dt="2025-03-29T18:32:30.725" v="21"/>
        <pc:sldMkLst>
          <pc:docMk/>
          <pc:sldMk cId="2942388490" sldId="256"/>
        </pc:sldMkLst>
        <pc:spChg chg="mod ord">
          <ac:chgData name="Oladipo Ajibawo" userId="S::100773513@unimail.derby.ac.uk::25f7a2eb-4027-46ac-ae4a-cd39f1d003d1" providerId="AD" clId="Web-{137A995B-5BBD-9E90-C869-3A25AA3C2127}" dt="2025-03-29T18:32:30.725" v="21"/>
          <ac:spMkLst>
            <pc:docMk/>
            <pc:sldMk cId="2942388490" sldId="256"/>
            <ac:spMk id="2" creationId="{930C116F-0985-9473-3997-92FE2BCE5CC1}"/>
          </ac:spMkLst>
        </pc:spChg>
        <pc:spChg chg="add del">
          <ac:chgData name="Oladipo Ajibawo" userId="S::100773513@unimail.derby.ac.uk::25f7a2eb-4027-46ac-ae4a-cd39f1d003d1" providerId="AD" clId="Web-{137A995B-5BBD-9E90-C869-3A25AA3C2127}" dt="2025-03-29T18:32:30.725" v="21"/>
          <ac:spMkLst>
            <pc:docMk/>
            <pc:sldMk cId="2942388490" sldId="256"/>
            <ac:spMk id="106" creationId="{0671A8AE-40A1-4631-A6B8-581AFF065482}"/>
          </ac:spMkLst>
        </pc:spChg>
        <pc:spChg chg="add del">
          <ac:chgData name="Oladipo Ajibawo" userId="S::100773513@unimail.derby.ac.uk::25f7a2eb-4027-46ac-ae4a-cd39f1d003d1" providerId="AD" clId="Web-{137A995B-5BBD-9E90-C869-3A25AA3C2127}" dt="2025-03-29T18:32:30.725" v="21"/>
          <ac:spMkLst>
            <pc:docMk/>
            <pc:sldMk cId="2942388490" sldId="256"/>
            <ac:spMk id="107" creationId="{A44CD100-6267-4E62-AA64-2182A3A6A1C0}"/>
          </ac:spMkLst>
        </pc:spChg>
        <pc:spChg chg="add del">
          <ac:chgData name="Oladipo Ajibawo" userId="S::100773513@unimail.derby.ac.uk::25f7a2eb-4027-46ac-ae4a-cd39f1d003d1" providerId="AD" clId="Web-{137A995B-5BBD-9E90-C869-3A25AA3C2127}" dt="2025-03-29T18:32:30.725" v="21"/>
          <ac:spMkLst>
            <pc:docMk/>
            <pc:sldMk cId="2942388490" sldId="256"/>
            <ac:spMk id="108" creationId="{AF2F604E-43BE-4DC3-B983-E071523364F8}"/>
          </ac:spMkLst>
        </pc:spChg>
        <pc:spChg chg="add del">
          <ac:chgData name="Oladipo Ajibawo" userId="S::100773513@unimail.derby.ac.uk::25f7a2eb-4027-46ac-ae4a-cd39f1d003d1" providerId="AD" clId="Web-{137A995B-5BBD-9E90-C869-3A25AA3C2127}" dt="2025-03-29T18:32:30.725" v="21"/>
          <ac:spMkLst>
            <pc:docMk/>
            <pc:sldMk cId="2942388490" sldId="256"/>
            <ac:spMk id="109" creationId="{08C9B587-E65E-4B52-B37C-ABEBB6E87928}"/>
          </ac:spMkLst>
        </pc:spChg>
        <pc:picChg chg="mod">
          <ac:chgData name="Oladipo Ajibawo" userId="S::100773513@unimail.derby.ac.uk::25f7a2eb-4027-46ac-ae4a-cd39f1d003d1" providerId="AD" clId="Web-{137A995B-5BBD-9E90-C869-3A25AA3C2127}" dt="2025-03-29T18:32:29.787" v="20" actId="14100"/>
          <ac:picMkLst>
            <pc:docMk/>
            <pc:sldMk cId="2942388490" sldId="256"/>
            <ac:picMk id="5" creationId="{E4A5277C-C450-BB96-AD12-4C33506D3E6C}"/>
          </ac:picMkLst>
        </pc:picChg>
        <pc:picChg chg="mod ord">
          <ac:chgData name="Oladipo Ajibawo" userId="S::100773513@unimail.derby.ac.uk::25f7a2eb-4027-46ac-ae4a-cd39f1d003d1" providerId="AD" clId="Web-{137A995B-5BBD-9E90-C869-3A25AA3C2127}" dt="2025-03-29T18:32:27.803" v="17"/>
          <ac:picMkLst>
            <pc:docMk/>
            <pc:sldMk cId="2942388490" sldId="256"/>
            <ac:picMk id="36" creationId="{33D5981F-FD2C-67BD-D121-CC60E0EBCFEF}"/>
          </ac:picMkLst>
        </pc:picChg>
      </pc:sldChg>
      <pc:sldChg chg="del">
        <pc:chgData name="Oladipo Ajibawo" userId="S::100773513@unimail.derby.ac.uk::25f7a2eb-4027-46ac-ae4a-cd39f1d003d1" providerId="AD" clId="Web-{137A995B-5BBD-9E90-C869-3A25AA3C2127}" dt="2025-03-29T18:29:11.704" v="2"/>
        <pc:sldMkLst>
          <pc:docMk/>
          <pc:sldMk cId="1702214638" sldId="257"/>
        </pc:sldMkLst>
      </pc:sldChg>
      <pc:sldChg chg="new">
        <pc:chgData name="Oladipo Ajibawo" userId="S::100773513@unimail.derby.ac.uk::25f7a2eb-4027-46ac-ae4a-cd39f1d003d1" providerId="AD" clId="Web-{137A995B-5BBD-9E90-C869-3A25AA3C2127}" dt="2025-03-29T18:29:09.501" v="1"/>
        <pc:sldMkLst>
          <pc:docMk/>
          <pc:sldMk cId="1972990316" sldId="258"/>
        </pc:sldMkLst>
      </pc:sldChg>
      <pc:sldChg chg="add replId">
        <pc:chgData name="Oladipo Ajibawo" userId="S::100773513@unimail.derby.ac.uk::25f7a2eb-4027-46ac-ae4a-cd39f1d003d1" providerId="AD" clId="Web-{137A995B-5BBD-9E90-C869-3A25AA3C2127}" dt="2025-03-29T18:30:52.644" v="5"/>
        <pc:sldMkLst>
          <pc:docMk/>
          <pc:sldMk cId="646715191" sldId="259"/>
        </pc:sldMkLst>
      </pc:sldChg>
      <pc:sldChg chg="add replId">
        <pc:chgData name="Oladipo Ajibawo" userId="S::100773513@unimail.derby.ac.uk::25f7a2eb-4027-46ac-ae4a-cd39f1d003d1" providerId="AD" clId="Web-{137A995B-5BBD-9E90-C869-3A25AA3C2127}" dt="2025-03-29T18:31:03.504" v="6"/>
        <pc:sldMkLst>
          <pc:docMk/>
          <pc:sldMk cId="3636684737" sldId="260"/>
        </pc:sldMkLst>
      </pc:sldChg>
      <pc:sldChg chg="add replId">
        <pc:chgData name="Oladipo Ajibawo" userId="S::100773513@unimail.derby.ac.uk::25f7a2eb-4027-46ac-ae4a-cd39f1d003d1" providerId="AD" clId="Web-{137A995B-5BBD-9E90-C869-3A25AA3C2127}" dt="2025-03-29T18:31:06.598" v="7"/>
        <pc:sldMkLst>
          <pc:docMk/>
          <pc:sldMk cId="2058705776" sldId="261"/>
        </pc:sldMkLst>
      </pc:sldChg>
      <pc:sldChg chg="add replId">
        <pc:chgData name="Oladipo Ajibawo" userId="S::100773513@unimail.derby.ac.uk::25f7a2eb-4027-46ac-ae4a-cd39f1d003d1" providerId="AD" clId="Web-{137A995B-5BBD-9E90-C869-3A25AA3C2127}" dt="2025-03-29T18:31:13.332" v="8"/>
        <pc:sldMkLst>
          <pc:docMk/>
          <pc:sldMk cId="1051771986" sldId="262"/>
        </pc:sldMkLst>
      </pc:sldChg>
      <pc:sldChg chg="add replId">
        <pc:chgData name="Oladipo Ajibawo" userId="S::100773513@unimail.derby.ac.uk::25f7a2eb-4027-46ac-ae4a-cd39f1d003d1" providerId="AD" clId="Web-{137A995B-5BBD-9E90-C869-3A25AA3C2127}" dt="2025-03-29T18:31:26.692" v="9"/>
        <pc:sldMkLst>
          <pc:docMk/>
          <pc:sldMk cId="636274985" sldId="263"/>
        </pc:sldMkLst>
      </pc:sldChg>
    </pc:docChg>
  </pc:docChgLst>
  <pc:docChgLst>
    <pc:chgData name="Oladipo Ajibawo" userId="S::100773513@unimail.derby.ac.uk::25f7a2eb-4027-46ac-ae4a-cd39f1d003d1" providerId="AD" clId="Web-{D4D12BDC-B5D7-DE5B-385D-47F2B427CF61}"/>
    <pc:docChg chg="delSld">
      <pc:chgData name="Oladipo Ajibawo" userId="S::100773513@unimail.derby.ac.uk::25f7a2eb-4027-46ac-ae4a-cd39f1d003d1" providerId="AD" clId="Web-{D4D12BDC-B5D7-DE5B-385D-47F2B427CF61}" dt="2025-04-02T10:39:51.725" v="0"/>
      <pc:docMkLst>
        <pc:docMk/>
      </pc:docMkLst>
      <pc:sldChg chg="del">
        <pc:chgData name="Oladipo Ajibawo" userId="S::100773513@unimail.derby.ac.uk::25f7a2eb-4027-46ac-ae4a-cd39f1d003d1" providerId="AD" clId="Web-{D4D12BDC-B5D7-DE5B-385D-47F2B427CF61}" dt="2025-04-02T10:39:51.725" v="0"/>
        <pc:sldMkLst>
          <pc:docMk/>
          <pc:sldMk cId="2638342356" sldId="275"/>
        </pc:sldMkLst>
      </pc:sldChg>
    </pc:docChg>
  </pc:docChgLst>
  <pc:docChgLst>
    <pc:chgData name="Oladipo Ajibawo" userId="S::100773513@unimail.derby.ac.uk::25f7a2eb-4027-46ac-ae4a-cd39f1d003d1" providerId="AD" clId="Web-{88684326-E46A-FD7B-3325-95AD88826209}"/>
    <pc:docChg chg="modSld">
      <pc:chgData name="Oladipo Ajibawo" userId="S::100773513@unimail.derby.ac.uk::25f7a2eb-4027-46ac-ae4a-cd39f1d003d1" providerId="AD" clId="Web-{88684326-E46A-FD7B-3325-95AD88826209}" dt="2025-04-03T20:53:39.569" v="0" actId="1076"/>
      <pc:docMkLst>
        <pc:docMk/>
      </pc:docMkLst>
      <pc:sldChg chg="modSp">
        <pc:chgData name="Oladipo Ajibawo" userId="S::100773513@unimail.derby.ac.uk::25f7a2eb-4027-46ac-ae4a-cd39f1d003d1" providerId="AD" clId="Web-{88684326-E46A-FD7B-3325-95AD88826209}" dt="2025-04-03T20:53:39.569" v="0" actId="1076"/>
        <pc:sldMkLst>
          <pc:docMk/>
          <pc:sldMk cId="1581820584" sldId="272"/>
        </pc:sldMkLst>
        <pc:spChg chg="mod">
          <ac:chgData name="Oladipo Ajibawo" userId="S::100773513@unimail.derby.ac.uk::25f7a2eb-4027-46ac-ae4a-cd39f1d003d1" providerId="AD" clId="Web-{88684326-E46A-FD7B-3325-95AD88826209}" dt="2025-04-03T20:53:39.569" v="0" actId="1076"/>
          <ac:spMkLst>
            <pc:docMk/>
            <pc:sldMk cId="1581820584" sldId="272"/>
            <ac:spMk id="3" creationId="{6C6581BB-F4C4-5E5E-DE05-A01781735D71}"/>
          </ac:spMkLst>
        </pc:spChg>
      </pc:sldChg>
    </pc:docChg>
  </pc:docChgLst>
  <pc:docChgLst>
    <pc:chgData name="Oladipo Ajibawo" userId="25f7a2eb-4027-46ac-ae4a-cd39f1d003d1" providerId="ADAL" clId="{56F07F50-0D04-4193-997A-1AF50B981466}"/>
    <pc:docChg chg="undo redo custSel addSld modSld addMainMaster delMainMaster">
      <pc:chgData name="Oladipo Ajibawo" userId="25f7a2eb-4027-46ac-ae4a-cd39f1d003d1" providerId="ADAL" clId="{56F07F50-0D04-4193-997A-1AF50B981466}" dt="2025-03-29T15:16:22.921" v="112" actId="2890"/>
      <pc:docMkLst>
        <pc:docMk/>
      </pc:docMkLst>
      <pc:sldChg chg="addSp delSp modSp mod setBg modClrScheme addAnim delAnim setClrOvrMap chgLayout">
        <pc:chgData name="Oladipo Ajibawo" userId="25f7a2eb-4027-46ac-ae4a-cd39f1d003d1" providerId="ADAL" clId="{56F07F50-0D04-4193-997A-1AF50B981466}" dt="2025-03-29T15:16:14.670" v="111" actId="14100"/>
        <pc:sldMkLst>
          <pc:docMk/>
          <pc:sldMk cId="2942388490" sldId="256"/>
        </pc:sldMkLst>
        <pc:spChg chg="mod ord">
          <ac:chgData name="Oladipo Ajibawo" userId="25f7a2eb-4027-46ac-ae4a-cd39f1d003d1" providerId="ADAL" clId="{56F07F50-0D04-4193-997A-1AF50B981466}" dt="2025-03-29T15:16:10.220" v="110" actId="26606"/>
          <ac:spMkLst>
            <pc:docMk/>
            <pc:sldMk cId="2942388490" sldId="256"/>
            <ac:spMk id="2" creationId="{930C116F-0985-9473-3997-92FE2BCE5CC1}"/>
          </ac:spMkLst>
        </pc:spChg>
        <pc:spChg chg="add del">
          <ac:chgData name="Oladipo Ajibawo" userId="25f7a2eb-4027-46ac-ae4a-cd39f1d003d1" providerId="ADAL" clId="{56F07F50-0D04-4193-997A-1AF50B981466}" dt="2025-03-29T15:16:10.220" v="110" actId="26606"/>
          <ac:spMkLst>
            <pc:docMk/>
            <pc:sldMk cId="2942388490" sldId="256"/>
            <ac:spMk id="106" creationId="{0671A8AE-40A1-4631-A6B8-581AFF065482}"/>
          </ac:spMkLst>
        </pc:spChg>
        <pc:spChg chg="add del">
          <ac:chgData name="Oladipo Ajibawo" userId="25f7a2eb-4027-46ac-ae4a-cd39f1d003d1" providerId="ADAL" clId="{56F07F50-0D04-4193-997A-1AF50B981466}" dt="2025-03-29T15:16:10.220" v="110" actId="26606"/>
          <ac:spMkLst>
            <pc:docMk/>
            <pc:sldMk cId="2942388490" sldId="256"/>
            <ac:spMk id="107" creationId="{A44CD100-6267-4E62-AA64-2182A3A6A1C0}"/>
          </ac:spMkLst>
        </pc:spChg>
        <pc:spChg chg="add del">
          <ac:chgData name="Oladipo Ajibawo" userId="25f7a2eb-4027-46ac-ae4a-cd39f1d003d1" providerId="ADAL" clId="{56F07F50-0D04-4193-997A-1AF50B981466}" dt="2025-03-29T15:16:10.220" v="110" actId="26606"/>
          <ac:spMkLst>
            <pc:docMk/>
            <pc:sldMk cId="2942388490" sldId="256"/>
            <ac:spMk id="108" creationId="{AF2F604E-43BE-4DC3-B983-E071523364F8}"/>
          </ac:spMkLst>
        </pc:spChg>
        <pc:spChg chg="add del">
          <ac:chgData name="Oladipo Ajibawo" userId="25f7a2eb-4027-46ac-ae4a-cd39f1d003d1" providerId="ADAL" clId="{56F07F50-0D04-4193-997A-1AF50B981466}" dt="2025-03-29T15:16:10.220" v="110" actId="26606"/>
          <ac:spMkLst>
            <pc:docMk/>
            <pc:sldMk cId="2942388490" sldId="256"/>
            <ac:spMk id="109" creationId="{08C9B587-E65E-4B52-B37C-ABEBB6E87928}"/>
          </ac:spMkLst>
        </pc:spChg>
        <pc:picChg chg="add mod ord">
          <ac:chgData name="Oladipo Ajibawo" userId="25f7a2eb-4027-46ac-ae4a-cd39f1d003d1" providerId="ADAL" clId="{56F07F50-0D04-4193-997A-1AF50B981466}" dt="2025-03-29T15:16:14.670" v="111" actId="14100"/>
          <ac:picMkLst>
            <pc:docMk/>
            <pc:sldMk cId="2942388490" sldId="256"/>
            <ac:picMk id="36" creationId="{33D5981F-FD2C-67BD-D121-CC60E0EBCFEF}"/>
          </ac:picMkLst>
        </pc:picChg>
      </pc:sldChg>
      <pc:sldChg chg="add">
        <pc:chgData name="Oladipo Ajibawo" userId="25f7a2eb-4027-46ac-ae4a-cd39f1d003d1" providerId="ADAL" clId="{56F07F50-0D04-4193-997A-1AF50B981466}" dt="2025-03-29T15:16:22.921" v="112" actId="2890"/>
        <pc:sldMkLst>
          <pc:docMk/>
          <pc:sldMk cId="1702214638" sldId="257"/>
        </pc:sldMkLst>
      </pc:sldChg>
      <pc:sldMasterChg chg="add del addSldLayout delSldLayout">
        <pc:chgData name="Oladipo Ajibawo" userId="25f7a2eb-4027-46ac-ae4a-cd39f1d003d1" providerId="ADAL" clId="{56F07F50-0D04-4193-997A-1AF50B981466}" dt="2025-03-29T15:14:04.730" v="12" actId="26606"/>
        <pc:sldMasterMkLst>
          <pc:docMk/>
          <pc:sldMasterMk cId="696533454" sldId="2147483648"/>
        </pc:sldMasterMkLst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2025516990" sldId="2147483649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1592664576" sldId="2147483650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1069530368" sldId="2147483651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2398944757" sldId="2147483652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2693334120" sldId="2147483653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1766472105" sldId="2147483654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2392968216" sldId="2147483655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782631168" sldId="2147483656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1002378914" sldId="2147483657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3929968107" sldId="2147483658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730" v="12" actId="26606"/>
          <pc:sldLayoutMkLst>
            <pc:docMk/>
            <pc:sldMasterMk cId="696533454" sldId="2147483648"/>
            <pc:sldLayoutMk cId="2996560671" sldId="2147483659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3:48.164" v="5" actId="26606"/>
        <pc:sldMasterMkLst>
          <pc:docMk/>
          <pc:sldMasterMk cId="3227716812" sldId="2147483673"/>
        </pc:sldMasterMkLst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814167593" sldId="2147483662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3106063047" sldId="2147483663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62419791" sldId="2147483664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2289152198" sldId="2147483665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3620695377" sldId="2147483666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3204782664" sldId="2147483667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3283345941" sldId="2147483668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3864775971" sldId="2147483669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2501544903" sldId="2147483670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2572198335" sldId="2147483671"/>
          </pc:sldLayoutMkLst>
        </pc:sldLayoutChg>
        <pc:sldLayoutChg chg="add del">
          <pc:chgData name="Oladipo Ajibawo" userId="25f7a2eb-4027-46ac-ae4a-cd39f1d003d1" providerId="ADAL" clId="{56F07F50-0D04-4193-997A-1AF50B981466}" dt="2025-03-29T15:13:48.164" v="5" actId="26606"/>
          <pc:sldLayoutMkLst>
            <pc:docMk/>
            <pc:sldMasterMk cId="3227716812" sldId="2147483673"/>
            <pc:sldLayoutMk cId="1229358360" sldId="2147483672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6:10.220" v="110" actId="26606"/>
        <pc:sldMasterMkLst>
          <pc:docMk/>
          <pc:sldMasterMk cId="1350400280" sldId="2147483686"/>
        </pc:sldMasterMkLst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2804337947" sldId="2147483675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1452582764" sldId="2147483676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1046652640" sldId="2147483677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852359355" sldId="2147483678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353587053" sldId="2147483679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4069505194" sldId="2147483680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4063173194" sldId="2147483681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655537882" sldId="2147483682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489387720" sldId="2147483683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1663931515" sldId="2147483684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1350400280" sldId="2147483686"/>
            <pc:sldLayoutMk cId="2269015121" sldId="2147483685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3:41.002" v="3" actId="26606"/>
        <pc:sldMasterMkLst>
          <pc:docMk/>
          <pc:sldMasterMk cId="3817288107" sldId="2147483686"/>
        </pc:sldMasterMkLst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3706925666" sldId="2147483675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223656680" sldId="2147483676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1758074560" sldId="2147483677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426226111" sldId="2147483678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2873774235" sldId="2147483679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1934961866" sldId="2147483680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1912584758" sldId="2147483681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4245102475" sldId="2147483682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2060989722" sldId="2147483683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3468976842" sldId="2147483684"/>
          </pc:sldLayoutMkLst>
        </pc:sldLayoutChg>
        <pc:sldLayoutChg chg="add del">
          <pc:chgData name="Oladipo Ajibawo" userId="25f7a2eb-4027-46ac-ae4a-cd39f1d003d1" providerId="ADAL" clId="{56F07F50-0D04-4193-997A-1AF50B981466}" dt="2025-03-29T15:13:41.002" v="3" actId="26606"/>
          <pc:sldLayoutMkLst>
            <pc:docMk/>
            <pc:sldMasterMk cId="3817288107" sldId="2147483686"/>
            <pc:sldLayoutMk cId="655082259" sldId="2147483685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25.735" v="85" actId="26606"/>
        <pc:sldMasterMkLst>
          <pc:docMk/>
          <pc:sldMasterMk cId="3184594536" sldId="2147483687"/>
        </pc:sldMasterMkLst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4181258608" sldId="2147483688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4283287231" sldId="2147483689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482568542" sldId="2147483690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2756858535" sldId="2147483691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3317864993" sldId="2147483692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839033440" sldId="2147483693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2746203919" sldId="2147483694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36792850" sldId="2147483695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2966381193" sldId="2147483696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1093125740" sldId="2147483697"/>
          </pc:sldLayoutMkLst>
        </pc:sldLayoutChg>
        <pc:sldLayoutChg chg="add del">
          <pc:chgData name="Oladipo Ajibawo" userId="25f7a2eb-4027-46ac-ae4a-cd39f1d003d1" providerId="ADAL" clId="{56F07F50-0D04-4193-997A-1AF50B981466}" dt="2025-03-29T15:15:25.735" v="85" actId="26606"/>
          <pc:sldLayoutMkLst>
            <pc:docMk/>
            <pc:sldMasterMk cId="3184594536" sldId="2147483687"/>
            <pc:sldLayoutMk cId="2090115850" sldId="2147483698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09.118" v="75" actId="26606"/>
        <pc:sldMasterMkLst>
          <pc:docMk/>
          <pc:sldMasterMk cId="3490937089" sldId="2147483687"/>
        </pc:sldMasterMkLst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719376942" sldId="2147483688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21875748" sldId="2147483689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3887119206" sldId="2147483690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2990629475" sldId="2147483691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1236450399" sldId="2147483692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2833152180" sldId="2147483693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2050234407" sldId="2147483694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3518062869" sldId="2147483695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412502317" sldId="2147483696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3443852239" sldId="2147483697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118" v="75" actId="26606"/>
          <pc:sldLayoutMkLst>
            <pc:docMk/>
            <pc:sldMasterMk cId="3490937089" sldId="2147483687"/>
            <pc:sldLayoutMk cId="2208316553" sldId="2147483698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3:50.319" v="7" actId="26606"/>
        <pc:sldMasterMkLst>
          <pc:docMk/>
          <pc:sldMasterMk cId="1963617460" sldId="2147483699"/>
        </pc:sldMasterMkLst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933698036" sldId="2147483688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3218431864" sldId="2147483689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3431577331" sldId="2147483690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2207183298" sldId="2147483691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1996348221" sldId="2147483692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3094808682" sldId="2147483693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2007122393" sldId="2147483694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2873660616" sldId="2147483695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3688024607" sldId="2147483696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2103067440" sldId="2147483697"/>
          </pc:sldLayoutMkLst>
        </pc:sldLayoutChg>
        <pc:sldLayoutChg chg="add del">
          <pc:chgData name="Oladipo Ajibawo" userId="25f7a2eb-4027-46ac-ae4a-cd39f1d003d1" providerId="ADAL" clId="{56F07F50-0D04-4193-997A-1AF50B981466}" dt="2025-03-29T15:13:50.319" v="7" actId="26606"/>
          <pc:sldLayoutMkLst>
            <pc:docMk/>
            <pc:sldMasterMk cId="1963617460" sldId="2147483699"/>
            <pc:sldLayoutMk cId="3723971199" sldId="2147483698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03.325" v="71" actId="26606"/>
        <pc:sldMasterMkLst>
          <pc:docMk/>
          <pc:sldMasterMk cId="376878822" sldId="2147483710"/>
        </pc:sldMasterMkLst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3832877833" sldId="2147483699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891019990" sldId="2147483700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812510826" sldId="2147483701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1871198867" sldId="2147483702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3257611582" sldId="2147483703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684494945" sldId="2147483704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3732977573" sldId="2147483705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403482383" sldId="2147483706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3918191536" sldId="2147483707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2193395579" sldId="2147483708"/>
          </pc:sldLayoutMkLst>
        </pc:sldLayoutChg>
        <pc:sldLayoutChg chg="add del">
          <pc:chgData name="Oladipo Ajibawo" userId="25f7a2eb-4027-46ac-ae4a-cd39f1d003d1" providerId="ADAL" clId="{56F07F50-0D04-4193-997A-1AF50B981466}" dt="2025-03-29T15:15:03.325" v="71" actId="26606"/>
          <pc:sldLayoutMkLst>
            <pc:docMk/>
            <pc:sldMasterMk cId="376878822" sldId="2147483710"/>
            <pc:sldLayoutMk cId="3902793413" sldId="2147483709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28.028" v="89" actId="26606"/>
        <pc:sldMasterMkLst>
          <pc:docMk/>
          <pc:sldMasterMk cId="2196029327" sldId="2147483710"/>
        </pc:sldMasterMkLst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2082080809" sldId="2147483699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2324677339" sldId="2147483700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1251045233" sldId="2147483701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3954006305" sldId="2147483702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1140257363" sldId="2147483703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1013958284" sldId="2147483704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2639306951" sldId="2147483705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182521488" sldId="2147483706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2883046337" sldId="2147483707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3925437114" sldId="2147483708"/>
          </pc:sldLayoutMkLst>
        </pc:sldLayoutChg>
        <pc:sldLayoutChg chg="add del">
          <pc:chgData name="Oladipo Ajibawo" userId="25f7a2eb-4027-46ac-ae4a-cd39f1d003d1" providerId="ADAL" clId="{56F07F50-0D04-4193-997A-1AF50B981466}" dt="2025-03-29T15:15:28.028" v="89" actId="26606"/>
          <pc:sldLayoutMkLst>
            <pc:docMk/>
            <pc:sldMasterMk cId="2196029327" sldId="2147483710"/>
            <pc:sldLayoutMk cId="2494955640" sldId="2147483709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3:52.808" v="9" actId="26606"/>
        <pc:sldMasterMkLst>
          <pc:docMk/>
          <pc:sldMasterMk cId="2453490443" sldId="2147483712"/>
        </pc:sldMasterMkLst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3378114379" sldId="2147483701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1749899973" sldId="2147483702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328639517" sldId="2147483703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873585823" sldId="2147483704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2973650274" sldId="2147483705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104042644" sldId="2147483706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1055611344" sldId="2147483707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2665901371" sldId="2147483708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4005288265" sldId="2147483709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3481481429" sldId="2147483710"/>
          </pc:sldLayoutMkLst>
        </pc:sldLayoutChg>
        <pc:sldLayoutChg chg="add del">
          <pc:chgData name="Oladipo Ajibawo" userId="25f7a2eb-4027-46ac-ae4a-cd39f1d003d1" providerId="ADAL" clId="{56F07F50-0D04-4193-997A-1AF50B981466}" dt="2025-03-29T15:13:52.808" v="9" actId="26606"/>
          <pc:sldLayoutMkLst>
            <pc:docMk/>
            <pc:sldMasterMk cId="2453490443" sldId="2147483712"/>
            <pc:sldLayoutMk cId="3383362057" sldId="2147483711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02.198" v="67" actId="26606"/>
        <pc:sldMasterMkLst>
          <pc:docMk/>
          <pc:sldMasterMk cId="1350400280" sldId="2147483713"/>
        </pc:sldMasterMkLst>
        <pc:sldLayoutChg chg="add del">
          <pc:chgData name="Oladipo Ajibawo" userId="25f7a2eb-4027-46ac-ae4a-cd39f1d003d1" providerId="ADAL" clId="{56F07F50-0D04-4193-997A-1AF50B981466}" dt="2025-03-29T15:15:02.198" v="67" actId="26606"/>
          <pc:sldLayoutMkLst>
            <pc:docMk/>
            <pc:sldMasterMk cId="1350400280" sldId="2147483713"/>
            <pc:sldLayoutMk cId="4063173194" sldId="2147483712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31.929" v="93" actId="26606"/>
        <pc:sldMasterMkLst>
          <pc:docMk/>
          <pc:sldMasterMk cId="1350400280" sldId="2147483726"/>
        </pc:sldMasterMkLst>
        <pc:sldLayoutChg chg="add del">
          <pc:chgData name="Oladipo Ajibawo" userId="25f7a2eb-4027-46ac-ae4a-cd39f1d003d1" providerId="ADAL" clId="{56F07F50-0D04-4193-997A-1AF50B981466}" dt="2025-03-29T15:15:31.929" v="93" actId="26606"/>
          <pc:sldLayoutMkLst>
            <pc:docMk/>
            <pc:sldMasterMk cId="1350400280" sldId="2147483726"/>
            <pc:sldLayoutMk cId="4063173194" sldId="2147483725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11.439" v="79" actId="26606"/>
        <pc:sldMasterMkLst>
          <pc:docMk/>
          <pc:sldMasterMk cId="3748977998" sldId="2147483726"/>
        </pc:sldMasterMkLst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2160564560" sldId="2147483715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1051054815" sldId="2147483716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1065149136" sldId="2147483717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827890171" sldId="2147483718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3078789771" sldId="2147483719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13335807" sldId="2147483720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3566269251" sldId="2147483721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2726904378" sldId="2147483722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3795464839" sldId="2147483723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3876039915" sldId="2147483724"/>
          </pc:sldLayoutMkLst>
        </pc:sldLayoutChg>
        <pc:sldLayoutChg chg="add del">
          <pc:chgData name="Oladipo Ajibawo" userId="25f7a2eb-4027-46ac-ae4a-cd39f1d003d1" providerId="ADAL" clId="{56F07F50-0D04-4193-997A-1AF50B981466}" dt="2025-03-29T15:15:11.439" v="79" actId="26606"/>
          <pc:sldLayoutMkLst>
            <pc:docMk/>
            <pc:sldMasterMk cId="3748977998" sldId="2147483726"/>
            <pc:sldLayoutMk cId="3285432907" sldId="2147483725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3:25.276" v="1" actId="26606"/>
        <pc:sldMasterMkLst>
          <pc:docMk/>
          <pc:sldMasterMk cId="2513422775" sldId="2147483738"/>
        </pc:sldMasterMkLst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808851347" sldId="2147483727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4061766381" sldId="2147483728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4163108517" sldId="2147483729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2291767370" sldId="2147483730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2448035844" sldId="2147483731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4233835183" sldId="2147483732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121575563" sldId="2147483733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1058498262" sldId="2147483734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4258710032" sldId="2147483735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3062840967" sldId="2147483736"/>
          </pc:sldLayoutMkLst>
        </pc:sldLayoutChg>
        <pc:sldLayoutChg chg="add del">
          <pc:chgData name="Oladipo Ajibawo" userId="25f7a2eb-4027-46ac-ae4a-cd39f1d003d1" providerId="ADAL" clId="{56F07F50-0D04-4193-997A-1AF50B981466}" dt="2025-03-29T15:13:25.276" v="1" actId="26606"/>
          <pc:sldLayoutMkLst>
            <pc:docMk/>
            <pc:sldMasterMk cId="2513422775" sldId="2147483738"/>
            <pc:sldLayoutMk cId="1294618305" sldId="2147483737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4:04.658" v="11" actId="26606"/>
        <pc:sldMasterMkLst>
          <pc:docMk/>
          <pc:sldMasterMk cId="4011591953" sldId="2147483738"/>
        </pc:sldMasterMkLst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3460941302" sldId="2147483727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2463377009" sldId="2147483728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120529986" sldId="2147483729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118437436" sldId="2147483730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1617417051" sldId="2147483731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2450973604" sldId="2147483732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2690474889" sldId="2147483733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2072777207" sldId="2147483734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4097393204" sldId="2147483735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3327773745" sldId="2147483736"/>
          </pc:sldLayoutMkLst>
        </pc:sldLayoutChg>
        <pc:sldLayoutChg chg="add del">
          <pc:chgData name="Oladipo Ajibawo" userId="25f7a2eb-4027-46ac-ae4a-cd39f1d003d1" providerId="ADAL" clId="{56F07F50-0D04-4193-997A-1AF50B981466}" dt="2025-03-29T15:14:04.658" v="11" actId="26606"/>
          <pc:sldLayoutMkLst>
            <pc:docMk/>
            <pc:sldMasterMk cId="4011591953" sldId="2147483738"/>
            <pc:sldLayoutMk cId="205264893" sldId="2147483737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30.131" v="91" actId="26606"/>
        <pc:sldMasterMkLst>
          <pc:docMk/>
          <pc:sldMasterMk cId="2182736029" sldId="2147483739"/>
        </pc:sldMasterMkLst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4131993713" sldId="2147483728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2117733364" sldId="2147483729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793848319" sldId="2147483730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891150447" sldId="2147483731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3056382840" sldId="2147483732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2185866822" sldId="2147483733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120339373" sldId="2147483734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3508957747" sldId="2147483735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841266790" sldId="2147483736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2700282576" sldId="2147483737"/>
          </pc:sldLayoutMkLst>
        </pc:sldLayoutChg>
        <pc:sldLayoutChg chg="add del">
          <pc:chgData name="Oladipo Ajibawo" userId="25f7a2eb-4027-46ac-ae4a-cd39f1d003d1" providerId="ADAL" clId="{56F07F50-0D04-4193-997A-1AF50B981466}" dt="2025-03-29T15:15:30.131" v="91" actId="26606"/>
          <pc:sldLayoutMkLst>
            <pc:docMk/>
            <pc:sldMasterMk cId="2182736029" sldId="2147483739"/>
            <pc:sldLayoutMk cId="3529852064" sldId="2147483738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09.700" v="77" actId="26606"/>
        <pc:sldMasterMkLst>
          <pc:docMk/>
          <pc:sldMasterMk cId="3971141035" sldId="2147483739"/>
        </pc:sldMasterMkLst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1159088988" sldId="2147483728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130490795" sldId="2147483729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1482735147" sldId="2147483730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186716618" sldId="2147483731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3424628739" sldId="2147483732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296962455" sldId="2147483733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514470835" sldId="2147483734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1182313098" sldId="2147483735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2167470993" sldId="2147483736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3602189018" sldId="2147483737"/>
          </pc:sldLayoutMkLst>
        </pc:sldLayoutChg>
        <pc:sldLayoutChg chg="add del">
          <pc:chgData name="Oladipo Ajibawo" userId="25f7a2eb-4027-46ac-ae4a-cd39f1d003d1" providerId="ADAL" clId="{56F07F50-0D04-4193-997A-1AF50B981466}" dt="2025-03-29T15:15:09.700" v="77" actId="26606"/>
          <pc:sldLayoutMkLst>
            <pc:docMk/>
            <pc:sldMasterMk cId="3971141035" sldId="2147483739"/>
            <pc:sldLayoutMk cId="902765509" sldId="2147483738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15.331" v="81" actId="26606"/>
        <pc:sldMasterMkLst>
          <pc:docMk/>
          <pc:sldMasterMk cId="263268940" sldId="2147483752"/>
        </pc:sldMasterMkLst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3559023990" sldId="2147483741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70176575" sldId="2147483742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2907657528" sldId="2147483743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1646036569" sldId="2147483744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1766437292" sldId="2147483745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1598482549" sldId="2147483746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1578462788" sldId="2147483747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3647272870" sldId="2147483748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595545881" sldId="2147483749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908823979" sldId="2147483750"/>
          </pc:sldLayoutMkLst>
        </pc:sldLayoutChg>
        <pc:sldLayoutChg chg="add del">
          <pc:chgData name="Oladipo Ajibawo" userId="25f7a2eb-4027-46ac-ae4a-cd39f1d003d1" providerId="ADAL" clId="{56F07F50-0D04-4193-997A-1AF50B981466}" dt="2025-03-29T15:15:15.331" v="81" actId="26606"/>
          <pc:sldLayoutMkLst>
            <pc:docMk/>
            <pc:sldMasterMk cId="263268940" sldId="2147483752"/>
            <pc:sldLayoutMk cId="425831015" sldId="2147483751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6:10.220" v="110" actId="26606"/>
        <pc:sldMasterMkLst>
          <pc:docMk/>
          <pc:sldMasterMk cId="322244107" sldId="2147483752"/>
        </pc:sldMasterMkLst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3983672930" sldId="2147483741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1768282919" sldId="2147483742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605234527" sldId="2147483743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3672493825" sldId="2147483744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4284051854" sldId="2147483745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670687804" sldId="2147483746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3313527133" sldId="2147483747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2493404792" sldId="2147483748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2387376879" sldId="2147483749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3289887380" sldId="2147483750"/>
          </pc:sldLayoutMkLst>
        </pc:sldLayoutChg>
        <pc:sldLayoutChg chg="add del">
          <pc:chgData name="Oladipo Ajibawo" userId="25f7a2eb-4027-46ac-ae4a-cd39f1d003d1" providerId="ADAL" clId="{56F07F50-0D04-4193-997A-1AF50B981466}" dt="2025-03-29T15:16:10.220" v="110" actId="26606"/>
          <pc:sldLayoutMkLst>
            <pc:docMk/>
            <pc:sldMasterMk cId="322244107" sldId="2147483752"/>
            <pc:sldLayoutMk cId="757894248" sldId="2147483751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41.681" v="99" actId="26606"/>
        <pc:sldMasterMkLst>
          <pc:docMk/>
          <pc:sldMasterMk cId="249417031" sldId="2147483765"/>
        </pc:sldMasterMkLst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66822890" sldId="2147483754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973548850" sldId="2147483755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4188228351" sldId="2147483756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35191983" sldId="2147483757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719893627" sldId="2147483758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847085920" sldId="2147483759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396079016" sldId="2147483760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3514941197" sldId="2147483761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172206552" sldId="2147483762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171669691" sldId="2147483763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681" v="99" actId="26606"/>
          <pc:sldLayoutMkLst>
            <pc:docMk/>
            <pc:sldMasterMk cId="249417031" sldId="2147483765"/>
            <pc:sldLayoutMk cId="1266206273" sldId="2147483764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22.854" v="83" actId="26606"/>
        <pc:sldMasterMkLst>
          <pc:docMk/>
          <pc:sldMasterMk cId="724882176" sldId="2147483778"/>
        </pc:sldMasterMkLst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2483688758" sldId="2147483767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815948937" sldId="2147483768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1278702634" sldId="2147483769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453926560" sldId="2147483770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4195105529" sldId="2147483771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723246888" sldId="2147483772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2746139498" sldId="2147483773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1966610590" sldId="2147483774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1564893288" sldId="2147483775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827496" sldId="2147483776"/>
          </pc:sldLayoutMkLst>
        </pc:sldLayoutChg>
        <pc:sldLayoutChg chg="add del">
          <pc:chgData name="Oladipo Ajibawo" userId="25f7a2eb-4027-46ac-ae4a-cd39f1d003d1" providerId="ADAL" clId="{56F07F50-0D04-4193-997A-1AF50B981466}" dt="2025-03-29T15:15:22.854" v="83" actId="26606"/>
          <pc:sldLayoutMkLst>
            <pc:docMk/>
            <pc:sldMasterMk cId="724882176" sldId="2147483778"/>
            <pc:sldLayoutMk cId="1143583259" sldId="2147483777"/>
          </pc:sldLayoutMkLst>
        </pc:sldLayoutChg>
      </pc:sldMasterChg>
      <pc:sldMasterChg chg="add del addSldLayout delSldLayout">
        <pc:chgData name="Oladipo Ajibawo" userId="25f7a2eb-4027-46ac-ae4a-cd39f1d003d1" providerId="ADAL" clId="{56F07F50-0D04-4193-997A-1AF50B981466}" dt="2025-03-29T15:15:41.138" v="97" actId="26606"/>
        <pc:sldMasterMkLst>
          <pc:docMk/>
          <pc:sldMasterMk cId="2830692617" sldId="2147483778"/>
        </pc:sldMasterMkLst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150087268" sldId="2147483767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140806938" sldId="2147483768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451596763" sldId="2147483769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1189238599" sldId="2147483770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4262468123" sldId="2147483771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59691971" sldId="2147483772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397618309" sldId="2147483773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1520165526" sldId="2147483774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2865999370" sldId="2147483775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3879612492" sldId="2147483776"/>
          </pc:sldLayoutMkLst>
        </pc:sldLayoutChg>
        <pc:sldLayoutChg chg="add del">
          <pc:chgData name="Oladipo Ajibawo" userId="25f7a2eb-4027-46ac-ae4a-cd39f1d003d1" providerId="ADAL" clId="{56F07F50-0D04-4193-997A-1AF50B981466}" dt="2025-03-29T15:15:41.138" v="97" actId="26606"/>
          <pc:sldLayoutMkLst>
            <pc:docMk/>
            <pc:sldMasterMk cId="2830692617" sldId="2147483778"/>
            <pc:sldLayoutMk cId="3160712861" sldId="214748377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13C2CA-104D-42B1-B7EB-DF7562704B04}" type="doc">
      <dgm:prSet loTypeId="urn:microsoft.com/office/officeart/2011/layout/HexagonRadial" loCatId="cycle" qsTypeId="urn:microsoft.com/office/officeart/2005/8/quickstyle/simple4" qsCatId="simple" csTypeId="urn:microsoft.com/office/officeart/2005/8/colors/colorful2" csCatId="colorful" phldr="1"/>
      <dgm:spPr/>
      <dgm:t xml:space="preserve">
        <a:bodyPr/>
        <a:lstStyle/>
        <a:p>
          <a:endParaRPr lang="en-GB"/>
        </a:p>
      </dgm:t>
    </dgm:pt>
    <dgm:pt modelId="{A99B97FE-4894-4D2A-B151-FEFC6238D4B7}">
      <dgm:prSet phldrT="[Text]" custT="1"/>
      <dgm:spPr/>
      <dgm:t xml:space="preserve">
        <a:bodyPr/>
        <a:lstStyle/>
        <a:p>
          <a:r>
            <a:rPr lang="en-GB" sz="1200" b="1" dirty="0"/>
            <a:t>Reduces Healthcare Fraud and Abuse</a:t>
          </a:r>
        </a:p>
      </dgm:t>
    </dgm:pt>
    <dgm:pt modelId="{5FE805A7-EB58-48AF-A233-1F7B6C32EDF2}" type="parTrans" cxnId="{694B246D-BE83-45E8-982F-795D38979114}">
      <dgm:prSet/>
      <dgm:spPr/>
      <dgm:t xml:space="preserve">
        <a:bodyPr/>
        <a:lstStyle/>
        <a:p>
          <a:endParaRPr lang="en-GB"/>
        </a:p>
      </dgm:t>
    </dgm:pt>
    <dgm:pt modelId="{1C30C811-1265-4FDF-9F96-E5472C02F549}" type="sibTrans" cxnId="{694B246D-BE83-45E8-982F-795D38979114}">
      <dgm:prSet/>
      <dgm:spPr/>
      <dgm:t xml:space="preserve">
        <a:bodyPr/>
        <a:lstStyle/>
        <a:p>
          <a:endParaRPr lang="en-GB"/>
        </a:p>
      </dgm:t>
    </dgm:pt>
    <dgm:pt modelId="{65E021BD-4780-417E-8024-7523FAC84DCA}">
      <dgm:prSet phldrT="[Text]" custT="1"/>
      <dgm:spPr/>
      <dgm:t xml:space="preserve">
        <a:bodyPr/>
        <a:lstStyle/>
        <a:p>
          <a:pPr>
            <a:buFont typeface="+mj-lt"/>
            <a:buAutoNum type="arabicPeriod"/>
          </a:pPr>
          <a:r>
            <a:rPr lang="en-US" sz="1150" b="1" dirty="0">
              <a:latin typeface="Arial"/>
            </a:rPr>
            <a:t>Ensures Patient Data Privacy, Confidentiality &amp; Security</a:t>
          </a:r>
          <a:endParaRPr lang="en-GB" sz="1150" dirty="0"/>
        </a:p>
      </dgm:t>
    </dgm:pt>
    <dgm:pt modelId="{9E67EBDA-A940-44EA-A59C-BD41196942FE}" type="parTrans" cxnId="{738D91FF-3BF7-429B-9BDB-FDC778B1044A}">
      <dgm:prSet/>
      <dgm:spPr/>
      <dgm:t xml:space="preserve">
        <a:bodyPr/>
        <a:lstStyle/>
        <a:p>
          <a:endParaRPr lang="en-GB"/>
        </a:p>
      </dgm:t>
    </dgm:pt>
    <dgm:pt modelId="{DD3F1BC0-75E7-40E8-BDF7-A2A20B4EEE11}" type="sibTrans" cxnId="{738D91FF-3BF7-429B-9BDB-FDC778B1044A}">
      <dgm:prSet/>
      <dgm:spPr/>
      <dgm:t xml:space="preserve">
        <a:bodyPr/>
        <a:lstStyle/>
        <a:p>
          <a:endParaRPr lang="en-GB"/>
        </a:p>
      </dgm:t>
    </dgm:pt>
    <dgm:pt modelId="{74D7F01A-2092-4A37-B42E-A656E1D4FA61}">
      <dgm:prSet phldrT="[Text]" custT="1"/>
      <dgm:spPr/>
      <dgm:t xml:space="preserve">
        <a:bodyPr/>
        <a:lstStyle/>
        <a:p>
          <a:pPr>
            <a:buFont typeface="+mj-lt"/>
            <a:buAutoNum type="arabicPeriod"/>
          </a:pPr>
          <a:r>
            <a:rPr lang="en-US" sz="1200" b="1" dirty="0">
              <a:latin typeface="Arial"/>
            </a:rPr>
            <a:t>Regulatory Compliance, Ethical &amp; Legal  Obligations</a:t>
          </a:r>
          <a:endParaRPr lang="en-GB" sz="1200" dirty="0"/>
        </a:p>
      </dgm:t>
    </dgm:pt>
    <dgm:pt modelId="{F9731295-2AF6-4FF9-A15D-82258F205EB7}" type="parTrans" cxnId="{F8A761E3-A025-46AC-8ADA-001CC770991E}">
      <dgm:prSet/>
      <dgm:spPr/>
      <dgm:t xml:space="preserve">
        <a:bodyPr/>
        <a:lstStyle/>
        <a:p>
          <a:endParaRPr lang="en-GB"/>
        </a:p>
      </dgm:t>
    </dgm:pt>
    <dgm:pt modelId="{C27CE393-D235-49FA-A0DA-A6666F0C4D31}" type="sibTrans" cxnId="{F8A761E3-A025-46AC-8ADA-001CC770991E}">
      <dgm:prSet/>
      <dgm:spPr/>
      <dgm:t xml:space="preserve">
        <a:bodyPr/>
        <a:lstStyle/>
        <a:p>
          <a:endParaRPr lang="en-GB"/>
        </a:p>
      </dgm:t>
    </dgm:pt>
    <dgm:pt modelId="{9EF2ED1A-43D4-4D18-8A59-49134A1AD028}">
      <dgm:prSet phldrT="[Text]" custT="1"/>
      <dgm:spPr/>
      <dgm:t xml:space="preserve">
        <a:bodyPr/>
        <a:lstStyle/>
        <a:p>
          <a:pPr>
            <a:buFont typeface="+mj-lt"/>
            <a:buAutoNum type="arabicPeriod"/>
          </a:pPr>
          <a:r>
            <a:rPr lang="en-US" sz="1200" b="1" dirty="0">
              <a:latin typeface="Arial"/>
            </a:rPr>
            <a:t>Enhances Trust &amp; Patient Confidence</a:t>
          </a:r>
          <a:endParaRPr lang="en-GB" sz="1200" dirty="0"/>
        </a:p>
      </dgm:t>
    </dgm:pt>
    <dgm:pt modelId="{CE4F4F57-38E2-4103-BEAA-B567E2D57792}" type="parTrans" cxnId="{DEDC2425-BB89-40F0-9904-C2895C6734A1}">
      <dgm:prSet/>
      <dgm:spPr/>
      <dgm:t xml:space="preserve">
        <a:bodyPr/>
        <a:lstStyle/>
        <a:p>
          <a:endParaRPr lang="en-GB"/>
        </a:p>
      </dgm:t>
    </dgm:pt>
    <dgm:pt modelId="{BC000C87-EE33-4628-9ACA-8D3E619AD4C9}" type="sibTrans" cxnId="{DEDC2425-BB89-40F0-9904-C2895C6734A1}">
      <dgm:prSet/>
      <dgm:spPr/>
      <dgm:t xml:space="preserve">
        <a:bodyPr/>
        <a:lstStyle/>
        <a:p>
          <a:endParaRPr lang="en-GB"/>
        </a:p>
      </dgm:t>
    </dgm:pt>
    <dgm:pt modelId="{F6CDA1F5-4EF1-4E81-AD75-5FEBDA0D2D2C}">
      <dgm:prSet phldrT="[Text]" custT="1"/>
      <dgm:spPr/>
      <dgm:t xml:space="preserve">
        <a:bodyPr/>
        <a:lstStyle/>
        <a:p>
          <a:pPr>
            <a:buFont typeface="+mj-lt"/>
            <a:buAutoNum type="arabicPeriod"/>
          </a:pPr>
          <a:r>
            <a:rPr lang="en-US" sz="1200" b="1" dirty="0">
              <a:latin typeface="Arial"/>
            </a:rPr>
            <a:t>Maintain Data Integrity &amp; Operational Efficiency</a:t>
          </a:r>
          <a:endParaRPr lang="en-GB" sz="1200" dirty="0"/>
        </a:p>
      </dgm:t>
    </dgm:pt>
    <dgm:pt modelId="{37ADAA84-0EA9-4D9E-A05A-7DAB56058F30}" type="parTrans" cxnId="{B09A6948-C768-4C83-B126-46C339D18D49}">
      <dgm:prSet/>
      <dgm:spPr/>
      <dgm:t xml:space="preserve">
        <a:bodyPr/>
        <a:lstStyle/>
        <a:p>
          <a:endParaRPr lang="en-GB"/>
        </a:p>
      </dgm:t>
    </dgm:pt>
    <dgm:pt modelId="{E2BFC43F-5FA4-4853-B519-8C8A8E1B10B5}" type="sibTrans" cxnId="{B09A6948-C768-4C83-B126-46C339D18D49}">
      <dgm:prSet/>
      <dgm:spPr/>
      <dgm:t xml:space="preserve">
        <a:bodyPr/>
        <a:lstStyle/>
        <a:p>
          <a:endParaRPr lang="en-GB"/>
        </a:p>
      </dgm:t>
    </dgm:pt>
    <dgm:pt modelId="{EC106AF9-340F-4AD8-B112-D3F24760429D}">
      <dgm:prSet phldrT="[Text]" custT="1"/>
      <dgm:spPr/>
      <dgm:t xml:space="preserve">
        <a:bodyPr/>
        <a:lstStyle/>
        <a:p>
          <a:pPr>
            <a:buFont typeface="+mj-lt"/>
            <a:buAutoNum type="arabicPeriod"/>
          </a:pPr>
          <a:r>
            <a:rPr lang="en-US" sz="1200" b="1" dirty="0">
              <a:latin typeface="Arial"/>
            </a:rPr>
            <a:t>Defines Roles, Responsibilities &amp; Security Measures</a:t>
          </a:r>
          <a:endParaRPr lang="en-GB" sz="1200" dirty="0"/>
        </a:p>
      </dgm:t>
    </dgm:pt>
    <dgm:pt modelId="{C71E542F-5572-482F-88A9-386245A26C77}" type="parTrans" cxnId="{5EE90D04-D6E1-462D-ABC6-CDFB577AD30F}">
      <dgm:prSet/>
      <dgm:spPr/>
      <dgm:t xml:space="preserve">
        <a:bodyPr/>
        <a:lstStyle/>
        <a:p>
          <a:endParaRPr lang="en-GB"/>
        </a:p>
      </dgm:t>
    </dgm:pt>
    <dgm:pt modelId="{3C756B98-0BD6-49B4-9B9A-2052FF3F445B}" type="sibTrans" cxnId="{5EE90D04-D6E1-462D-ABC6-CDFB577AD30F}">
      <dgm:prSet/>
      <dgm:spPr/>
      <dgm:t xml:space="preserve">
        <a:bodyPr/>
        <a:lstStyle/>
        <a:p>
          <a:endParaRPr lang="en-GB"/>
        </a:p>
      </dgm:t>
    </dgm:pt>
    <dgm:pt modelId="{4662E339-4CCF-49F4-A55D-6AFCE87AA0E9}">
      <dgm:prSet phldrT="[Text]" custT="1"/>
      <dgm:spPr/>
      <dgm:t xml:space="preserve">
        <a:bodyPr/>
        <a:lstStyle/>
        <a:p>
          <a:r>
            <a:rPr lang="en-GB" sz="1200" b="1" dirty="0"/>
            <a:t xml:space="preserve"> Effective Risk Assessment and Management</a:t>
          </a:r>
        </a:p>
      </dgm:t>
    </dgm:pt>
    <dgm:pt modelId="{216BFB65-10D0-436C-AA1C-71BEB6C73D9B}" type="parTrans" cxnId="{A324D3A0-3D03-4C22-A18F-A6B852F9912E}">
      <dgm:prSet/>
      <dgm:spPr/>
      <dgm:t xml:space="preserve">
        <a:bodyPr/>
        <a:lstStyle/>
        <a:p>
          <a:endParaRPr lang="en-GB"/>
        </a:p>
      </dgm:t>
    </dgm:pt>
    <dgm:pt modelId="{F0A9D657-6AE8-48EF-96D8-AB133FB6B0F8}" type="sibTrans" cxnId="{A324D3A0-3D03-4C22-A18F-A6B852F9912E}">
      <dgm:prSet/>
      <dgm:spPr/>
      <dgm:t xml:space="preserve">
        <a:bodyPr/>
        <a:lstStyle/>
        <a:p>
          <a:endParaRPr lang="en-GB"/>
        </a:p>
      </dgm:t>
    </dgm:pt>
    <dgm:pt modelId="{8696DC65-59D5-4D0C-9AB3-131114407D2C}" type="pres">
      <dgm:prSet presAssocID="{6113C2CA-104D-42B1-B7EB-DF7562704B0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0ADC907-F8CA-47E0-94F6-9B90015977A3}" type="pres">
      <dgm:prSet presAssocID="{A99B97FE-4894-4D2A-B151-FEFC6238D4B7}" presName="Parent" presStyleLbl="node0" presStyleIdx="0" presStyleCnt="1" custScaleX="92727" custScaleY="84875" custLinFactNeighborX="10383" custLinFactNeighborY="-8463">
        <dgm:presLayoutVars>
          <dgm:chMax val="6"/>
          <dgm:chPref val="6"/>
        </dgm:presLayoutVars>
      </dgm:prSet>
      <dgm:spPr/>
    </dgm:pt>
    <dgm:pt modelId="{A72D18C8-5940-4E68-AE27-4F4F8D47C287}" type="pres">
      <dgm:prSet presAssocID="{65E021BD-4780-417E-8024-7523FAC84DCA}" presName="Accent1" presStyleCnt="0"/>
      <dgm:spPr/>
    </dgm:pt>
    <dgm:pt modelId="{15896485-A09E-4FB0-9CA0-2CF645D87204}" type="pres">
      <dgm:prSet presAssocID="{65E021BD-4780-417E-8024-7523FAC84DCA}" presName="Accent" presStyleLbl="bgShp" presStyleIdx="0" presStyleCnt="6"/>
      <dgm:spPr/>
    </dgm:pt>
    <dgm:pt modelId="{A25CC496-B07C-46E3-A005-CDF5CB073D4A}" type="pres">
      <dgm:prSet presAssocID="{65E021BD-4780-417E-8024-7523FAC84DCA}" presName="Child1" presStyleLbl="node1" presStyleIdx="0" presStyleCnt="6" custScaleX="118013" custScaleY="109239" custLinFactNeighborX="-68927" custLinFactNeighborY="8061">
        <dgm:presLayoutVars>
          <dgm:chMax val="0"/>
          <dgm:chPref val="0"/>
          <dgm:bulletEnabled val="1"/>
        </dgm:presLayoutVars>
      </dgm:prSet>
      <dgm:spPr/>
    </dgm:pt>
    <dgm:pt modelId="{0BA756E6-221E-48E9-94CD-DC18FAF78603}" type="pres">
      <dgm:prSet presAssocID="{74D7F01A-2092-4A37-B42E-A656E1D4FA61}" presName="Accent2" presStyleCnt="0"/>
      <dgm:spPr/>
    </dgm:pt>
    <dgm:pt modelId="{EAA4B21C-1C89-4A32-8510-67165B7BCE31}" type="pres">
      <dgm:prSet presAssocID="{74D7F01A-2092-4A37-B42E-A656E1D4FA61}" presName="Accent" presStyleLbl="bgShp" presStyleIdx="1" presStyleCnt="6" custScaleX="118307" custScaleY="108397" custLinFactNeighborX="-69248" custLinFactNeighborY="-98867"/>
      <dgm:spPr/>
    </dgm:pt>
    <dgm:pt modelId="{192E5A82-AF3F-42D6-9775-9CD9ADFD23DD}" type="pres">
      <dgm:prSet presAssocID="{74D7F01A-2092-4A37-B42E-A656E1D4FA61}" presName="Child2" presStyleLbl="node1" presStyleIdx="1" presStyleCnt="6" custScaleX="118467" custScaleY="108687" custLinFactNeighborX="10648" custLinFactNeighborY="-51279">
        <dgm:presLayoutVars>
          <dgm:chMax val="0"/>
          <dgm:chPref val="0"/>
          <dgm:bulletEnabled val="1"/>
        </dgm:presLayoutVars>
      </dgm:prSet>
      <dgm:spPr/>
    </dgm:pt>
    <dgm:pt modelId="{C868126A-D698-4A00-9DB6-74DE2B1F2585}" type="pres">
      <dgm:prSet presAssocID="{9EF2ED1A-43D4-4D18-8A59-49134A1AD028}" presName="Accent3" presStyleCnt="0"/>
      <dgm:spPr/>
    </dgm:pt>
    <dgm:pt modelId="{E2AED1E9-CD1D-45B8-96EC-5C12A1C13C14}" type="pres">
      <dgm:prSet presAssocID="{9EF2ED1A-43D4-4D18-8A59-49134A1AD028}" presName="Accent" presStyleLbl="bgShp" presStyleIdx="2" presStyleCnt="6" custLinFactX="-125250" custLinFactY="127534" custLinFactNeighborX="-200000" custLinFactNeighborY="200000"/>
      <dgm:spPr/>
    </dgm:pt>
    <dgm:pt modelId="{9FBE54A3-601D-4A2C-A40A-D09B9DADAC83}" type="pres">
      <dgm:prSet presAssocID="{9EF2ED1A-43D4-4D18-8A59-49134A1AD028}" presName="Child3" presStyleLbl="node1" presStyleIdx="2" presStyleCnt="6" custScaleX="115104" custLinFactNeighborX="35379" custLinFactNeighborY="-10790">
        <dgm:presLayoutVars>
          <dgm:chMax val="0"/>
          <dgm:chPref val="0"/>
          <dgm:bulletEnabled val="1"/>
        </dgm:presLayoutVars>
      </dgm:prSet>
      <dgm:spPr/>
    </dgm:pt>
    <dgm:pt modelId="{45B72CAC-C730-47C9-83A9-C4EA0C2CB9A6}" type="pres">
      <dgm:prSet presAssocID="{F6CDA1F5-4EF1-4E81-AD75-5FEBDA0D2D2C}" presName="Accent4" presStyleCnt="0"/>
      <dgm:spPr/>
    </dgm:pt>
    <dgm:pt modelId="{D3FA6F66-5A08-4774-8826-C375470B8DA0}" type="pres">
      <dgm:prSet presAssocID="{F6CDA1F5-4EF1-4E81-AD75-5FEBDA0D2D2C}" presName="Accent" presStyleLbl="bgShp" presStyleIdx="3" presStyleCnt="6" custLinFactX="100000" custLinFactNeighborX="195292" custLinFactNeighborY="8348"/>
      <dgm:spPr/>
    </dgm:pt>
    <dgm:pt modelId="{D79FAEDB-9040-4925-A54D-3132CE47F902}" type="pres">
      <dgm:prSet presAssocID="{F6CDA1F5-4EF1-4E81-AD75-5FEBDA0D2D2C}" presName="Child4" presStyleLbl="node1" presStyleIdx="3" presStyleCnt="6" custScaleX="115427" custScaleY="106223" custLinFactNeighborX="12167" custLinFactNeighborY="-10917">
        <dgm:presLayoutVars>
          <dgm:chMax val="0"/>
          <dgm:chPref val="0"/>
          <dgm:bulletEnabled val="1"/>
        </dgm:presLayoutVars>
      </dgm:prSet>
      <dgm:spPr/>
    </dgm:pt>
    <dgm:pt modelId="{CF8C6748-F2D8-4DC5-9775-1E577128B984}" type="pres">
      <dgm:prSet presAssocID="{EC106AF9-340F-4AD8-B112-D3F24760429D}" presName="Accent5" presStyleCnt="0"/>
      <dgm:spPr/>
    </dgm:pt>
    <dgm:pt modelId="{F311358A-B782-46E9-96F6-3B732B65849D}" type="pres">
      <dgm:prSet presAssocID="{EC106AF9-340F-4AD8-B112-D3F24760429D}" presName="Accent" presStyleLbl="bgShp" presStyleIdx="4" presStyleCnt="6" custLinFactX="200000" custLinFactY="-133869" custLinFactNeighborX="231163" custLinFactNeighborY="-200000"/>
      <dgm:spPr/>
    </dgm:pt>
    <dgm:pt modelId="{C4758A63-BFE0-43BB-A78B-46D4E00891AF}" type="pres">
      <dgm:prSet presAssocID="{EC106AF9-340F-4AD8-B112-D3F24760429D}" presName="Child5" presStyleLbl="node1" presStyleIdx="4" presStyleCnt="6" custScaleX="112780" custLinFactNeighborX="-4228" custLinFactNeighborY="-12551">
        <dgm:presLayoutVars>
          <dgm:chMax val="0"/>
          <dgm:chPref val="0"/>
          <dgm:bulletEnabled val="1"/>
        </dgm:presLayoutVars>
      </dgm:prSet>
      <dgm:spPr/>
    </dgm:pt>
    <dgm:pt modelId="{B495896A-C20F-414E-8CF5-6BDB57B6A581}" type="pres">
      <dgm:prSet presAssocID="{4662E339-4CCF-49F4-A55D-6AFCE87AA0E9}" presName="Accent6" presStyleCnt="0"/>
      <dgm:spPr/>
    </dgm:pt>
    <dgm:pt modelId="{4F2F9569-5824-4DAF-9E2E-3D04170E8750}" type="pres">
      <dgm:prSet presAssocID="{4662E339-4CCF-49F4-A55D-6AFCE87AA0E9}" presName="Accent" presStyleLbl="bgShp" presStyleIdx="5" presStyleCnt="6" custLinFactX="-147122" custLinFactNeighborX="-200000" custLinFactNeighborY="-5597"/>
      <dgm:spPr/>
    </dgm:pt>
    <dgm:pt modelId="{95796A68-6B9D-4570-9B51-B2F6B4E96102}" type="pres">
      <dgm:prSet presAssocID="{4662E339-4CCF-49F4-A55D-6AFCE87AA0E9}" presName="Child6" presStyleLbl="node1" presStyleIdx="5" presStyleCnt="6" custScaleX="127660" custScaleY="109802" custLinFactNeighborX="-97539" custLinFactNeighborY="18015">
        <dgm:presLayoutVars>
          <dgm:chMax val="0"/>
          <dgm:chPref val="0"/>
          <dgm:bulletEnabled val="1"/>
        </dgm:presLayoutVars>
      </dgm:prSet>
      <dgm:spPr/>
    </dgm:pt>
  </dgm:ptLst>
  <dgm:cxnLst>
    <dgm:cxn modelId="{5EE90D04-D6E1-462D-ABC6-CDFB577AD30F}" srcId="{A99B97FE-4894-4D2A-B151-FEFC6238D4B7}" destId="{EC106AF9-340F-4AD8-B112-D3F24760429D}" srcOrd="4" destOrd="0" parTransId="{C71E542F-5572-482F-88A9-386245A26C77}" sibTransId="{3C756B98-0BD6-49B4-9B9A-2052FF3F445B}"/>
    <dgm:cxn modelId="{822D0217-8FA1-4247-A149-33625F840AA5}" type="presOf" srcId="{65E021BD-4780-417E-8024-7523FAC84DCA}" destId="{A25CC496-B07C-46E3-A005-CDF5CB073D4A}" srcOrd="0" destOrd="0" presId="urn:microsoft.com/office/officeart/2011/layout/HexagonRadial"/>
    <dgm:cxn modelId="{0C8C9C1F-7C98-4599-99CE-1FBA1A87C703}" type="presOf" srcId="{74D7F01A-2092-4A37-B42E-A656E1D4FA61}" destId="{192E5A82-AF3F-42D6-9775-9CD9ADFD23DD}" srcOrd="0" destOrd="0" presId="urn:microsoft.com/office/officeart/2011/layout/HexagonRadial"/>
    <dgm:cxn modelId="{DEDC2425-BB89-40F0-9904-C2895C6734A1}" srcId="{A99B97FE-4894-4D2A-B151-FEFC6238D4B7}" destId="{9EF2ED1A-43D4-4D18-8A59-49134A1AD028}" srcOrd="2" destOrd="0" parTransId="{CE4F4F57-38E2-4103-BEAA-B567E2D57792}" sibTransId="{BC000C87-EE33-4628-9ACA-8D3E619AD4C9}"/>
    <dgm:cxn modelId="{5DDA7327-757A-47B0-AFF9-780A9F7DD62F}" type="presOf" srcId="{9EF2ED1A-43D4-4D18-8A59-49134A1AD028}" destId="{9FBE54A3-601D-4A2C-A40A-D09B9DADAC83}" srcOrd="0" destOrd="0" presId="urn:microsoft.com/office/officeart/2011/layout/HexagonRadial"/>
    <dgm:cxn modelId="{B09A6948-C768-4C83-B126-46C339D18D49}" srcId="{A99B97FE-4894-4D2A-B151-FEFC6238D4B7}" destId="{F6CDA1F5-4EF1-4E81-AD75-5FEBDA0D2D2C}" srcOrd="3" destOrd="0" parTransId="{37ADAA84-0EA9-4D9E-A05A-7DAB56058F30}" sibTransId="{E2BFC43F-5FA4-4853-B519-8C8A8E1B10B5}"/>
    <dgm:cxn modelId="{694B246D-BE83-45E8-982F-795D38979114}" srcId="{6113C2CA-104D-42B1-B7EB-DF7562704B04}" destId="{A99B97FE-4894-4D2A-B151-FEFC6238D4B7}" srcOrd="0" destOrd="0" parTransId="{5FE805A7-EB58-48AF-A233-1F7B6C32EDF2}" sibTransId="{1C30C811-1265-4FDF-9F96-E5472C02F549}"/>
    <dgm:cxn modelId="{80A80B82-F6DE-4AB3-AA8C-9CD2D7359544}" type="presOf" srcId="{A99B97FE-4894-4D2A-B151-FEFC6238D4B7}" destId="{20ADC907-F8CA-47E0-94F6-9B90015977A3}" srcOrd="0" destOrd="0" presId="urn:microsoft.com/office/officeart/2011/layout/HexagonRadial"/>
    <dgm:cxn modelId="{B5F76D8B-F77E-4CA2-8DFA-6896BC9D82A7}" type="presOf" srcId="{4662E339-4CCF-49F4-A55D-6AFCE87AA0E9}" destId="{95796A68-6B9D-4570-9B51-B2F6B4E96102}" srcOrd="0" destOrd="0" presId="urn:microsoft.com/office/officeart/2011/layout/HexagonRadial"/>
    <dgm:cxn modelId="{A324D3A0-3D03-4C22-A18F-A6B852F9912E}" srcId="{A99B97FE-4894-4D2A-B151-FEFC6238D4B7}" destId="{4662E339-4CCF-49F4-A55D-6AFCE87AA0E9}" srcOrd="5" destOrd="0" parTransId="{216BFB65-10D0-436C-AA1C-71BEB6C73D9B}" sibTransId="{F0A9D657-6AE8-48EF-96D8-AB133FB6B0F8}"/>
    <dgm:cxn modelId="{6B80C8A3-9045-4E91-874E-7CE82E3500F1}" type="presOf" srcId="{6113C2CA-104D-42B1-B7EB-DF7562704B04}" destId="{8696DC65-59D5-4D0C-9AB3-131114407D2C}" srcOrd="0" destOrd="0" presId="urn:microsoft.com/office/officeart/2011/layout/HexagonRadial"/>
    <dgm:cxn modelId="{261780C0-3934-46D2-82CC-EAD5246EE61A}" type="presOf" srcId="{F6CDA1F5-4EF1-4E81-AD75-5FEBDA0D2D2C}" destId="{D79FAEDB-9040-4925-A54D-3132CE47F902}" srcOrd="0" destOrd="0" presId="urn:microsoft.com/office/officeart/2011/layout/HexagonRadial"/>
    <dgm:cxn modelId="{75E1C6C9-625B-4761-8811-C40E4D7B0B99}" type="presOf" srcId="{EC106AF9-340F-4AD8-B112-D3F24760429D}" destId="{C4758A63-BFE0-43BB-A78B-46D4E00891AF}" srcOrd="0" destOrd="0" presId="urn:microsoft.com/office/officeart/2011/layout/HexagonRadial"/>
    <dgm:cxn modelId="{F8A761E3-A025-46AC-8ADA-001CC770991E}" srcId="{A99B97FE-4894-4D2A-B151-FEFC6238D4B7}" destId="{74D7F01A-2092-4A37-B42E-A656E1D4FA61}" srcOrd="1" destOrd="0" parTransId="{F9731295-2AF6-4FF9-A15D-82258F205EB7}" sibTransId="{C27CE393-D235-49FA-A0DA-A6666F0C4D31}"/>
    <dgm:cxn modelId="{738D91FF-3BF7-429B-9BDB-FDC778B1044A}" srcId="{A99B97FE-4894-4D2A-B151-FEFC6238D4B7}" destId="{65E021BD-4780-417E-8024-7523FAC84DCA}" srcOrd="0" destOrd="0" parTransId="{9E67EBDA-A940-44EA-A59C-BD41196942FE}" sibTransId="{DD3F1BC0-75E7-40E8-BDF7-A2A20B4EEE11}"/>
    <dgm:cxn modelId="{597E7FB8-5517-4F25-827D-7F625D8AFB13}" type="presParOf" srcId="{8696DC65-59D5-4D0C-9AB3-131114407D2C}" destId="{20ADC907-F8CA-47E0-94F6-9B90015977A3}" srcOrd="0" destOrd="0" presId="urn:microsoft.com/office/officeart/2011/layout/HexagonRadial"/>
    <dgm:cxn modelId="{91A0565B-70DB-48DD-8977-4238967A8CAC}" type="presParOf" srcId="{8696DC65-59D5-4D0C-9AB3-131114407D2C}" destId="{A72D18C8-5940-4E68-AE27-4F4F8D47C287}" srcOrd="1" destOrd="0" presId="urn:microsoft.com/office/officeart/2011/layout/HexagonRadial"/>
    <dgm:cxn modelId="{ACA65B88-C67C-4FFC-BBC2-74B678AC92B5}" type="presParOf" srcId="{A72D18C8-5940-4E68-AE27-4F4F8D47C287}" destId="{15896485-A09E-4FB0-9CA0-2CF645D87204}" srcOrd="0" destOrd="0" presId="urn:microsoft.com/office/officeart/2011/layout/HexagonRadial"/>
    <dgm:cxn modelId="{D81E4B08-86A7-4C71-BB85-9CB5F2FD05F2}" type="presParOf" srcId="{8696DC65-59D5-4D0C-9AB3-131114407D2C}" destId="{A25CC496-B07C-46E3-A005-CDF5CB073D4A}" srcOrd="2" destOrd="0" presId="urn:microsoft.com/office/officeart/2011/layout/HexagonRadial"/>
    <dgm:cxn modelId="{A930C2E4-6C75-49DA-84F9-A7DF7E33C805}" type="presParOf" srcId="{8696DC65-59D5-4D0C-9AB3-131114407D2C}" destId="{0BA756E6-221E-48E9-94CD-DC18FAF78603}" srcOrd="3" destOrd="0" presId="urn:microsoft.com/office/officeart/2011/layout/HexagonRadial"/>
    <dgm:cxn modelId="{84DB57C6-6C39-4ABF-99AA-E8440E7FCD42}" type="presParOf" srcId="{0BA756E6-221E-48E9-94CD-DC18FAF78603}" destId="{EAA4B21C-1C89-4A32-8510-67165B7BCE31}" srcOrd="0" destOrd="0" presId="urn:microsoft.com/office/officeart/2011/layout/HexagonRadial"/>
    <dgm:cxn modelId="{CEC33738-9B5C-46FE-B59C-4C82085ABA78}" type="presParOf" srcId="{8696DC65-59D5-4D0C-9AB3-131114407D2C}" destId="{192E5A82-AF3F-42D6-9775-9CD9ADFD23DD}" srcOrd="4" destOrd="0" presId="urn:microsoft.com/office/officeart/2011/layout/HexagonRadial"/>
    <dgm:cxn modelId="{C0799BFD-18EE-401D-9274-9A1F31ED75E5}" type="presParOf" srcId="{8696DC65-59D5-4D0C-9AB3-131114407D2C}" destId="{C868126A-D698-4A00-9DB6-74DE2B1F2585}" srcOrd="5" destOrd="0" presId="urn:microsoft.com/office/officeart/2011/layout/HexagonRadial"/>
    <dgm:cxn modelId="{CA660B89-8D2C-414D-BEAB-C621C3D971F3}" type="presParOf" srcId="{C868126A-D698-4A00-9DB6-74DE2B1F2585}" destId="{E2AED1E9-CD1D-45B8-96EC-5C12A1C13C14}" srcOrd="0" destOrd="0" presId="urn:microsoft.com/office/officeart/2011/layout/HexagonRadial"/>
    <dgm:cxn modelId="{D9ACC5DF-7749-4F9F-AF2C-57C03E4CB166}" type="presParOf" srcId="{8696DC65-59D5-4D0C-9AB3-131114407D2C}" destId="{9FBE54A3-601D-4A2C-A40A-D09B9DADAC83}" srcOrd="6" destOrd="0" presId="urn:microsoft.com/office/officeart/2011/layout/HexagonRadial"/>
    <dgm:cxn modelId="{3FE31A28-491C-42C9-9193-9A3459780190}" type="presParOf" srcId="{8696DC65-59D5-4D0C-9AB3-131114407D2C}" destId="{45B72CAC-C730-47C9-83A9-C4EA0C2CB9A6}" srcOrd="7" destOrd="0" presId="urn:microsoft.com/office/officeart/2011/layout/HexagonRadial"/>
    <dgm:cxn modelId="{14E2A19B-17C3-4C50-A230-A02430AFCF0E}" type="presParOf" srcId="{45B72CAC-C730-47C9-83A9-C4EA0C2CB9A6}" destId="{D3FA6F66-5A08-4774-8826-C375470B8DA0}" srcOrd="0" destOrd="0" presId="urn:microsoft.com/office/officeart/2011/layout/HexagonRadial"/>
    <dgm:cxn modelId="{E06F8E53-285F-49A3-87D2-908569AF23AE}" type="presParOf" srcId="{8696DC65-59D5-4D0C-9AB3-131114407D2C}" destId="{D79FAEDB-9040-4925-A54D-3132CE47F902}" srcOrd="8" destOrd="0" presId="urn:microsoft.com/office/officeart/2011/layout/HexagonRadial"/>
    <dgm:cxn modelId="{8B013C11-F428-4D14-A255-B276AC8E9F61}" type="presParOf" srcId="{8696DC65-59D5-4D0C-9AB3-131114407D2C}" destId="{CF8C6748-F2D8-4DC5-9775-1E577128B984}" srcOrd="9" destOrd="0" presId="urn:microsoft.com/office/officeart/2011/layout/HexagonRadial"/>
    <dgm:cxn modelId="{3664AF83-8F76-471A-8898-03D3B36E4839}" type="presParOf" srcId="{CF8C6748-F2D8-4DC5-9775-1E577128B984}" destId="{F311358A-B782-46E9-96F6-3B732B65849D}" srcOrd="0" destOrd="0" presId="urn:microsoft.com/office/officeart/2011/layout/HexagonRadial"/>
    <dgm:cxn modelId="{4F624384-3A5F-4704-BF3D-88242889A016}" type="presParOf" srcId="{8696DC65-59D5-4D0C-9AB3-131114407D2C}" destId="{C4758A63-BFE0-43BB-A78B-46D4E00891AF}" srcOrd="10" destOrd="0" presId="urn:microsoft.com/office/officeart/2011/layout/HexagonRadial"/>
    <dgm:cxn modelId="{94B61C51-C972-4FEB-B649-22098A150F3F}" type="presParOf" srcId="{8696DC65-59D5-4D0C-9AB3-131114407D2C}" destId="{B495896A-C20F-414E-8CF5-6BDB57B6A581}" srcOrd="11" destOrd="0" presId="urn:microsoft.com/office/officeart/2011/layout/HexagonRadial"/>
    <dgm:cxn modelId="{451B68E6-4E68-4D06-B16B-A24956F9A73D}" type="presParOf" srcId="{B495896A-C20F-414E-8CF5-6BDB57B6A581}" destId="{4F2F9569-5824-4DAF-9E2E-3D04170E8750}" srcOrd="0" destOrd="0" presId="urn:microsoft.com/office/officeart/2011/layout/HexagonRadial"/>
    <dgm:cxn modelId="{EA210CA5-AFB6-4B4B-8FB1-64B2205CEB97}" type="presParOf" srcId="{8696DC65-59D5-4D0C-9AB3-131114407D2C}" destId="{95796A68-6B9D-4570-9B51-B2F6B4E96102}" srcOrd="12" destOrd="0" presId="urn:microsoft.com/office/officeart/2011/layout/HexagonRadial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EAF05C-7E89-4CBE-BB0B-C6F0A80A705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 xml:space="preserve">
        <a:bodyPr/>
        <a:lstStyle/>
        <a:p>
          <a:endParaRPr lang="en-GB"/>
        </a:p>
      </dgm:t>
    </dgm:pt>
    <dgm:pt modelId="{F788A4F1-B08E-4670-A483-593ABA408FF5}">
      <dgm:prSet phldrT="[Text]" phldr="0"/>
      <dgm:spPr/>
      <dgm:t xml:space="preserve">
        <a:bodyPr/>
        <a:lstStyle/>
        <a:p>
          <a:pPr rtl="0"/>
          <a:r>
            <a:rPr lang="en-GB" dirty="0">
              <a:latin typeface="Arial"/>
            </a:rPr>
            <a:t>Privacy Rule Adherence</a:t>
          </a:r>
          <a:endParaRPr lang="en-GB" dirty="0"/>
        </a:p>
      </dgm:t>
    </dgm:pt>
    <dgm:pt modelId="{3860F7BD-980D-4716-97F8-005F94AC6392}" type="parTrans" cxnId="{8E11DF15-76B2-4596-BA1E-99344D7D656F}">
      <dgm:prSet/>
      <dgm:spPr/>
      <dgm:t xml:space="preserve">
        <a:bodyPr/>
        <a:lstStyle/>
        <a:p>
          <a:endParaRPr lang="en-GB"/>
        </a:p>
      </dgm:t>
    </dgm:pt>
    <dgm:pt modelId="{BE94D14A-C6F0-40C9-9A52-9611AE8334A5}" type="sibTrans" cxnId="{8E11DF15-76B2-4596-BA1E-99344D7D656F}">
      <dgm:prSet/>
      <dgm:spPr/>
      <dgm:t xml:space="preserve">
        <a:bodyPr/>
        <a:lstStyle/>
        <a:p>
          <a:endParaRPr lang="en-GB"/>
        </a:p>
      </dgm:t>
    </dgm:pt>
    <dgm:pt modelId="{8E822152-60AA-4835-ADB7-5595A4EA2BAC}">
      <dgm:prSet phldrT="[Text]" phldr="0"/>
      <dgm:spPr/>
      <dgm:t xml:space="preserve">
        <a:bodyPr/>
        <a:lstStyle/>
        <a:p>
          <a:pPr rtl="0"/>
          <a:r>
            <a:rPr lang="en-GB" dirty="0">
              <a:latin typeface="Arial"/>
            </a:rPr>
            <a:t>Security Rule Implementation</a:t>
          </a:r>
          <a:endParaRPr lang="en-GB" dirty="0"/>
        </a:p>
      </dgm:t>
    </dgm:pt>
    <dgm:pt modelId="{E366D001-140B-4E3A-98F9-B44A9EDA0A40}" type="parTrans" cxnId="{07735839-E882-4440-B290-0C7C2D85B04C}">
      <dgm:prSet/>
      <dgm:spPr/>
      <dgm:t xml:space="preserve">
        <a:bodyPr/>
        <a:lstStyle/>
        <a:p>
          <a:endParaRPr lang="en-GB"/>
        </a:p>
      </dgm:t>
    </dgm:pt>
    <dgm:pt modelId="{9423EF4E-DA6D-44FC-82D9-9F2311EDE07B}" type="sibTrans" cxnId="{07735839-E882-4440-B290-0C7C2D85B04C}">
      <dgm:prSet/>
      <dgm:spPr/>
      <dgm:t xml:space="preserve">
        <a:bodyPr/>
        <a:lstStyle/>
        <a:p>
          <a:endParaRPr lang="en-GB"/>
        </a:p>
      </dgm:t>
    </dgm:pt>
    <dgm:pt modelId="{612A2DCA-6F61-484B-9D28-028EA4AE107D}">
      <dgm:prSet phldr="0"/>
      <dgm:spPr/>
      <dgm:t xml:space="preserve">
        <a:bodyPr/>
        <a:lstStyle/>
        <a:p>
          <a:pPr rtl="0"/>
          <a:r>
            <a:rPr lang="en-GB" dirty="0"/>
            <a:t>Employee Training and Cyber Awareness</a:t>
          </a:r>
          <a:endParaRPr lang="en-GB" dirty="0">
            <a:latin typeface="Arial"/>
          </a:endParaRPr>
        </a:p>
      </dgm:t>
    </dgm:pt>
    <dgm:pt modelId="{3447A95D-3E55-44E5-9719-3EF74B872584}" type="parTrans" cxnId="{B473BD91-E272-445D-8079-ECB86C098AAF}">
      <dgm:prSet/>
      <dgm:spPr/>
      <dgm:t xml:space="preserve">
        <a:bodyPr/>
        <a:lstStyle/>
        <a:p>
          <a:endParaRPr lang="en-GB"/>
        </a:p>
      </dgm:t>
    </dgm:pt>
    <dgm:pt modelId="{53AD1B67-1EBE-47D7-943E-98B5A6364C2F}" type="sibTrans" cxnId="{B473BD91-E272-445D-8079-ECB86C098AAF}">
      <dgm:prSet/>
      <dgm:spPr/>
      <dgm:t xml:space="preserve">
        <a:bodyPr/>
        <a:lstStyle/>
        <a:p>
          <a:endParaRPr lang="en-GB"/>
        </a:p>
      </dgm:t>
    </dgm:pt>
    <dgm:pt modelId="{807A96B9-9996-4F5C-93AE-5914E16D7CA5}">
      <dgm:prSet phldr="0"/>
      <dgm:spPr/>
      <dgm:t xml:space="preserve">
        <a:bodyPr/>
        <a:lstStyle/>
        <a:p>
          <a:pPr rtl="0"/>
          <a:r>
            <a:rPr lang="en-GB" dirty="0"/>
            <a:t>Documentation and Audit Preparedness</a:t>
          </a:r>
          <a:endParaRPr lang="en-GB" dirty="0">
            <a:latin typeface="Arial"/>
          </a:endParaRPr>
        </a:p>
      </dgm:t>
    </dgm:pt>
    <dgm:pt modelId="{A0D35568-4D9E-4FDB-84DA-3CF04DC7C076}" type="parTrans" cxnId="{BA8A924C-E5F9-411F-AAA8-79EA4C530483}">
      <dgm:prSet/>
      <dgm:spPr/>
      <dgm:t xml:space="preserve">
        <a:bodyPr/>
        <a:lstStyle/>
        <a:p>
          <a:endParaRPr lang="en-GB"/>
        </a:p>
      </dgm:t>
    </dgm:pt>
    <dgm:pt modelId="{8D8961F2-F1D1-4C78-8DF4-A327C0F15A30}" type="sibTrans" cxnId="{BA8A924C-E5F9-411F-AAA8-79EA4C530483}">
      <dgm:prSet/>
      <dgm:spPr/>
      <dgm:t xml:space="preserve">
        <a:bodyPr/>
        <a:lstStyle/>
        <a:p>
          <a:endParaRPr lang="en-GB"/>
        </a:p>
      </dgm:t>
    </dgm:pt>
    <dgm:pt modelId="{43CD6D40-4412-475D-9F5E-690338F25590}">
      <dgm:prSet phldr="0"/>
      <dgm:spPr/>
      <dgm:t xml:space="preserve">
        <a:bodyPr/>
        <a:lstStyle/>
        <a:p>
          <a:pPr rtl="0"/>
          <a:r>
            <a:rPr lang="en-GB" dirty="0">
              <a:latin typeface="Calibri"/>
              <a:ea typeface="Calibri"/>
              <a:cs typeface="Calibri"/>
            </a:rPr>
            <a:t>Breach Response and Notification</a:t>
          </a:r>
          <a:endParaRPr lang="en-GB" dirty="0">
            <a:latin typeface="Arial"/>
          </a:endParaRPr>
        </a:p>
      </dgm:t>
    </dgm:pt>
    <dgm:pt modelId="{441B2805-DF62-4F58-8637-2AE2C7AE7D92}" type="parTrans" cxnId="{ED6DEF60-9335-4643-8649-65707D44A67D}">
      <dgm:prSet/>
      <dgm:spPr/>
      <dgm:t xml:space="preserve">
        <a:bodyPr/>
        <a:lstStyle/>
        <a:p>
          <a:endParaRPr lang="en-GB"/>
        </a:p>
      </dgm:t>
    </dgm:pt>
    <dgm:pt modelId="{94F43D85-C84B-4608-8489-77B3B4C7DE99}" type="sibTrans" cxnId="{ED6DEF60-9335-4643-8649-65707D44A67D}">
      <dgm:prSet/>
      <dgm:spPr/>
      <dgm:t xml:space="preserve">
        <a:bodyPr/>
        <a:lstStyle/>
        <a:p>
          <a:endParaRPr lang="en-GB"/>
        </a:p>
      </dgm:t>
    </dgm:pt>
    <dgm:pt modelId="{619BEB1C-87A3-4220-9155-9D6C6430F869}">
      <dgm:prSet phldr="0"/>
      <dgm:spPr/>
      <dgm:t xml:space="preserve">
        <a:bodyPr/>
        <a:lstStyle/>
        <a:p>
          <a:pPr rtl="0"/>
          <a:r>
            <a:rPr lang="en-GB" dirty="0">
              <a:latin typeface="Calibri"/>
              <a:ea typeface="Calibri"/>
              <a:cs typeface="Calibri"/>
            </a:rPr>
            <a:t>Risk Assessment and Management</a:t>
          </a:r>
        </a:p>
      </dgm:t>
    </dgm:pt>
    <dgm:pt modelId="{DC1A1A5A-1F8C-4DCF-AFA1-F12CA2F1E3EF}" type="parTrans" cxnId="{1797E342-29A0-46C4-B943-DF931D959E6C}">
      <dgm:prSet/>
      <dgm:spPr/>
      <dgm:t xml:space="preserve">
        <a:bodyPr/>
        <a:lstStyle/>
        <a:p>
          <a:endParaRPr lang="en-GB"/>
        </a:p>
      </dgm:t>
    </dgm:pt>
    <dgm:pt modelId="{98E0EB3F-FE4D-42FA-BA44-9800C076DA44}" type="sibTrans" cxnId="{1797E342-29A0-46C4-B943-DF931D959E6C}">
      <dgm:prSet/>
      <dgm:spPr/>
      <dgm:t xml:space="preserve">
        <a:bodyPr/>
        <a:lstStyle/>
        <a:p>
          <a:endParaRPr lang="en-GB"/>
        </a:p>
      </dgm:t>
    </dgm:pt>
    <dgm:pt modelId="{F5AF9931-81AE-4AD8-AE44-7263532E9471}">
      <dgm:prSet phldr="0"/>
      <dgm:spPr/>
      <dgm:t xml:space="preserve">
        <a:bodyPr/>
        <a:lstStyle/>
        <a:p>
          <a:pPr rtl="0"/>
          <a:r>
            <a:rPr lang="en-GB" dirty="0">
              <a:latin typeface="Arial"/>
            </a:rPr>
            <a:t>Addressing Telemedicine &amp; Remote work</a:t>
          </a:r>
        </a:p>
      </dgm:t>
    </dgm:pt>
    <dgm:pt modelId="{E3F0EF0C-4D32-4ADB-AB9D-69203431A0C9}" type="parTrans" cxnId="{09F23892-4A6E-452B-8724-444DF258A9AD}">
      <dgm:prSet/>
      <dgm:spPr/>
      <dgm:t xml:space="preserve">
        <a:bodyPr/>
        <a:lstStyle/>
        <a:p>
          <a:endParaRPr lang="en-GB"/>
        </a:p>
      </dgm:t>
    </dgm:pt>
    <dgm:pt modelId="{7DD73071-BD23-40F6-A338-D4DA7C0A0B42}" type="sibTrans" cxnId="{09F23892-4A6E-452B-8724-444DF258A9AD}">
      <dgm:prSet/>
      <dgm:spPr/>
      <dgm:t xml:space="preserve">
        <a:bodyPr/>
        <a:lstStyle/>
        <a:p>
          <a:endParaRPr lang="en-GB"/>
        </a:p>
      </dgm:t>
    </dgm:pt>
    <dgm:pt modelId="{836D09A8-C883-44D7-BB20-A8014C91E610}" type="pres">
      <dgm:prSet presAssocID="{37EAF05C-7E89-4CBE-BB0B-C6F0A80A705B}" presName="diagram" presStyleCnt="0">
        <dgm:presLayoutVars>
          <dgm:dir/>
          <dgm:resizeHandles val="exact"/>
        </dgm:presLayoutVars>
      </dgm:prSet>
      <dgm:spPr/>
    </dgm:pt>
    <dgm:pt modelId="{E49A9B9F-6698-442C-A0B2-553657080CDD}" type="pres">
      <dgm:prSet presAssocID="{F788A4F1-B08E-4670-A483-593ABA408FF5}" presName="node" presStyleLbl="node1" presStyleIdx="0" presStyleCnt="7">
        <dgm:presLayoutVars>
          <dgm:bulletEnabled val="1"/>
        </dgm:presLayoutVars>
      </dgm:prSet>
      <dgm:spPr/>
    </dgm:pt>
    <dgm:pt modelId="{D59EE019-A3A1-4372-9CCB-B4B56747DE56}" type="pres">
      <dgm:prSet presAssocID="{BE94D14A-C6F0-40C9-9A52-9611AE8334A5}" presName="sibTrans" presStyleCnt="0"/>
      <dgm:spPr/>
    </dgm:pt>
    <dgm:pt modelId="{DFCF9464-EE94-41ED-A90E-330C844795DD}" type="pres">
      <dgm:prSet presAssocID="{8E822152-60AA-4835-ADB7-5595A4EA2BAC}" presName="node" presStyleLbl="node1" presStyleIdx="1" presStyleCnt="7">
        <dgm:presLayoutVars>
          <dgm:bulletEnabled val="1"/>
        </dgm:presLayoutVars>
      </dgm:prSet>
      <dgm:spPr/>
    </dgm:pt>
    <dgm:pt modelId="{90579396-3742-493D-B7A4-324EBAF62380}" type="pres">
      <dgm:prSet presAssocID="{9423EF4E-DA6D-44FC-82D9-9F2311EDE07B}" presName="sibTrans" presStyleCnt="0"/>
      <dgm:spPr/>
    </dgm:pt>
    <dgm:pt modelId="{82173F44-8B2E-4C23-9EE0-7DEF2C2FC55E}" type="pres">
      <dgm:prSet presAssocID="{43CD6D40-4412-475D-9F5E-690338F25590}" presName="node" presStyleLbl="node1" presStyleIdx="2" presStyleCnt="7">
        <dgm:presLayoutVars>
          <dgm:bulletEnabled val="1"/>
        </dgm:presLayoutVars>
      </dgm:prSet>
      <dgm:spPr/>
    </dgm:pt>
    <dgm:pt modelId="{FC6D866C-811A-4915-A77B-31FEE1008995}" type="pres">
      <dgm:prSet presAssocID="{94F43D85-C84B-4608-8489-77B3B4C7DE99}" presName="sibTrans" presStyleCnt="0"/>
      <dgm:spPr/>
    </dgm:pt>
    <dgm:pt modelId="{99853645-CFA5-47D3-8D4A-A7AEA3EC704E}" type="pres">
      <dgm:prSet presAssocID="{612A2DCA-6F61-484B-9D28-028EA4AE107D}" presName="node" presStyleLbl="node1" presStyleIdx="3" presStyleCnt="7">
        <dgm:presLayoutVars>
          <dgm:bulletEnabled val="1"/>
        </dgm:presLayoutVars>
      </dgm:prSet>
      <dgm:spPr/>
    </dgm:pt>
    <dgm:pt modelId="{66D3650C-155E-42CA-8E1A-DFACA81083E2}" type="pres">
      <dgm:prSet presAssocID="{53AD1B67-1EBE-47D7-943E-98B5A6364C2F}" presName="sibTrans" presStyleCnt="0"/>
      <dgm:spPr/>
    </dgm:pt>
    <dgm:pt modelId="{1BE65551-7537-4142-B629-30BBF5523ACA}" type="pres">
      <dgm:prSet presAssocID="{F5AF9931-81AE-4AD8-AE44-7263532E9471}" presName="node" presStyleLbl="node1" presStyleIdx="4" presStyleCnt="7">
        <dgm:presLayoutVars>
          <dgm:bulletEnabled val="1"/>
        </dgm:presLayoutVars>
      </dgm:prSet>
      <dgm:spPr/>
    </dgm:pt>
    <dgm:pt modelId="{74B54DEC-59AE-4641-B156-4D28CE69E35A}" type="pres">
      <dgm:prSet presAssocID="{7DD73071-BD23-40F6-A338-D4DA7C0A0B42}" presName="sibTrans" presStyleCnt="0"/>
      <dgm:spPr/>
    </dgm:pt>
    <dgm:pt modelId="{12BAB638-22C5-4131-8289-7E4795BE0C78}" type="pres">
      <dgm:prSet presAssocID="{619BEB1C-87A3-4220-9155-9D6C6430F869}" presName="node" presStyleLbl="node1" presStyleIdx="5" presStyleCnt="7">
        <dgm:presLayoutVars>
          <dgm:bulletEnabled val="1"/>
        </dgm:presLayoutVars>
      </dgm:prSet>
      <dgm:spPr/>
    </dgm:pt>
    <dgm:pt modelId="{14580AF3-619A-4373-B244-18A2A56B2763}" type="pres">
      <dgm:prSet presAssocID="{98E0EB3F-FE4D-42FA-BA44-9800C076DA44}" presName="sibTrans" presStyleCnt="0"/>
      <dgm:spPr/>
    </dgm:pt>
    <dgm:pt modelId="{3B38C8DB-974C-4D84-A4BA-F1BA2DDC8C28}" type="pres">
      <dgm:prSet presAssocID="{807A96B9-9996-4F5C-93AE-5914E16D7CA5}" presName="node" presStyleLbl="node1" presStyleIdx="6" presStyleCnt="7">
        <dgm:presLayoutVars>
          <dgm:bulletEnabled val="1"/>
        </dgm:presLayoutVars>
      </dgm:prSet>
      <dgm:spPr/>
    </dgm:pt>
  </dgm:ptLst>
  <dgm:cxnLst>
    <dgm:cxn modelId="{43CF2E06-4910-426B-BCF8-BC980671A7A7}" type="presOf" srcId="{619BEB1C-87A3-4220-9155-9D6C6430F869}" destId="{12BAB638-22C5-4131-8289-7E4795BE0C78}" srcOrd="0" destOrd="0" presId="urn:microsoft.com/office/officeart/2005/8/layout/default"/>
    <dgm:cxn modelId="{7896A20D-3186-40ED-8801-19EB600C0135}" type="presOf" srcId="{8E822152-60AA-4835-ADB7-5595A4EA2BAC}" destId="{DFCF9464-EE94-41ED-A90E-330C844795DD}" srcOrd="0" destOrd="0" presId="urn:microsoft.com/office/officeart/2005/8/layout/default"/>
    <dgm:cxn modelId="{8E11DF15-76B2-4596-BA1E-99344D7D656F}" srcId="{37EAF05C-7E89-4CBE-BB0B-C6F0A80A705B}" destId="{F788A4F1-B08E-4670-A483-593ABA408FF5}" srcOrd="0" destOrd="0" parTransId="{3860F7BD-980D-4716-97F8-005F94AC6392}" sibTransId="{BE94D14A-C6F0-40C9-9A52-9611AE8334A5}"/>
    <dgm:cxn modelId="{07735839-E882-4440-B290-0C7C2D85B04C}" srcId="{37EAF05C-7E89-4CBE-BB0B-C6F0A80A705B}" destId="{8E822152-60AA-4835-ADB7-5595A4EA2BAC}" srcOrd="1" destOrd="0" parTransId="{E366D001-140B-4E3A-98F9-B44A9EDA0A40}" sibTransId="{9423EF4E-DA6D-44FC-82D9-9F2311EDE07B}"/>
    <dgm:cxn modelId="{1175983A-B512-44E4-8BA7-FE59B93E1A09}" type="presOf" srcId="{43CD6D40-4412-475D-9F5E-690338F25590}" destId="{82173F44-8B2E-4C23-9EE0-7DEF2C2FC55E}" srcOrd="0" destOrd="0" presId="urn:microsoft.com/office/officeart/2005/8/layout/default"/>
    <dgm:cxn modelId="{ED6DEF60-9335-4643-8649-65707D44A67D}" srcId="{37EAF05C-7E89-4CBE-BB0B-C6F0A80A705B}" destId="{43CD6D40-4412-475D-9F5E-690338F25590}" srcOrd="2" destOrd="0" parTransId="{441B2805-DF62-4F58-8637-2AE2C7AE7D92}" sibTransId="{94F43D85-C84B-4608-8489-77B3B4C7DE99}"/>
    <dgm:cxn modelId="{1797E342-29A0-46C4-B943-DF931D959E6C}" srcId="{37EAF05C-7E89-4CBE-BB0B-C6F0A80A705B}" destId="{619BEB1C-87A3-4220-9155-9D6C6430F869}" srcOrd="5" destOrd="0" parTransId="{DC1A1A5A-1F8C-4DCF-AFA1-F12CA2F1E3EF}" sibTransId="{98E0EB3F-FE4D-42FA-BA44-9800C076DA44}"/>
    <dgm:cxn modelId="{BA8A924C-E5F9-411F-AAA8-79EA4C530483}" srcId="{37EAF05C-7E89-4CBE-BB0B-C6F0A80A705B}" destId="{807A96B9-9996-4F5C-93AE-5914E16D7CA5}" srcOrd="6" destOrd="0" parTransId="{A0D35568-4D9E-4FDB-84DA-3CF04DC7C076}" sibTransId="{8D8961F2-F1D1-4C78-8DF4-A327C0F15A30}"/>
    <dgm:cxn modelId="{2DE74455-E7C8-46CA-ADD4-EA03B38E0261}" type="presOf" srcId="{807A96B9-9996-4F5C-93AE-5914E16D7CA5}" destId="{3B38C8DB-974C-4D84-A4BA-F1BA2DDC8C28}" srcOrd="0" destOrd="0" presId="urn:microsoft.com/office/officeart/2005/8/layout/default"/>
    <dgm:cxn modelId="{86BBB27D-DEA6-4AAA-9034-B9F7B739DEA5}" type="presOf" srcId="{37EAF05C-7E89-4CBE-BB0B-C6F0A80A705B}" destId="{836D09A8-C883-44D7-BB20-A8014C91E610}" srcOrd="0" destOrd="0" presId="urn:microsoft.com/office/officeart/2005/8/layout/default"/>
    <dgm:cxn modelId="{6C78AA8F-55D4-4DB0-BBB3-E5EF5BF8BDF8}" type="presOf" srcId="{F788A4F1-B08E-4670-A483-593ABA408FF5}" destId="{E49A9B9F-6698-442C-A0B2-553657080CDD}" srcOrd="0" destOrd="0" presId="urn:microsoft.com/office/officeart/2005/8/layout/default"/>
    <dgm:cxn modelId="{B473BD91-E272-445D-8079-ECB86C098AAF}" srcId="{37EAF05C-7E89-4CBE-BB0B-C6F0A80A705B}" destId="{612A2DCA-6F61-484B-9D28-028EA4AE107D}" srcOrd="3" destOrd="0" parTransId="{3447A95D-3E55-44E5-9719-3EF74B872584}" sibTransId="{53AD1B67-1EBE-47D7-943E-98B5A6364C2F}"/>
    <dgm:cxn modelId="{09F23892-4A6E-452B-8724-444DF258A9AD}" srcId="{37EAF05C-7E89-4CBE-BB0B-C6F0A80A705B}" destId="{F5AF9931-81AE-4AD8-AE44-7263532E9471}" srcOrd="4" destOrd="0" parTransId="{E3F0EF0C-4D32-4ADB-AB9D-69203431A0C9}" sibTransId="{7DD73071-BD23-40F6-A338-D4DA7C0A0B42}"/>
    <dgm:cxn modelId="{0D118B95-65DB-4B5F-94F7-0F18DE914C45}" type="presOf" srcId="{612A2DCA-6F61-484B-9D28-028EA4AE107D}" destId="{99853645-CFA5-47D3-8D4A-A7AEA3EC704E}" srcOrd="0" destOrd="0" presId="urn:microsoft.com/office/officeart/2005/8/layout/default"/>
    <dgm:cxn modelId="{C0BD31E7-2BB4-4B4A-8F67-2063AB98FB95}" type="presOf" srcId="{F5AF9931-81AE-4AD8-AE44-7263532E9471}" destId="{1BE65551-7537-4142-B629-30BBF5523ACA}" srcOrd="0" destOrd="0" presId="urn:microsoft.com/office/officeart/2005/8/layout/default"/>
    <dgm:cxn modelId="{9B44A794-3BCC-4A33-8E84-B337062CF7B6}" type="presParOf" srcId="{836D09A8-C883-44D7-BB20-A8014C91E610}" destId="{E49A9B9F-6698-442C-A0B2-553657080CDD}" srcOrd="0" destOrd="0" presId="urn:microsoft.com/office/officeart/2005/8/layout/default"/>
    <dgm:cxn modelId="{1D71C485-A415-482D-AEF4-0B5B9C958412}" type="presParOf" srcId="{836D09A8-C883-44D7-BB20-A8014C91E610}" destId="{D59EE019-A3A1-4372-9CCB-B4B56747DE56}" srcOrd="1" destOrd="0" presId="urn:microsoft.com/office/officeart/2005/8/layout/default"/>
    <dgm:cxn modelId="{0F742F46-3161-446F-BCAA-7339909ADA59}" type="presParOf" srcId="{836D09A8-C883-44D7-BB20-A8014C91E610}" destId="{DFCF9464-EE94-41ED-A90E-330C844795DD}" srcOrd="2" destOrd="0" presId="urn:microsoft.com/office/officeart/2005/8/layout/default"/>
    <dgm:cxn modelId="{C5504ECF-1812-490F-A517-B2463231FDC4}" type="presParOf" srcId="{836D09A8-C883-44D7-BB20-A8014C91E610}" destId="{90579396-3742-493D-B7A4-324EBAF62380}" srcOrd="3" destOrd="0" presId="urn:microsoft.com/office/officeart/2005/8/layout/default"/>
    <dgm:cxn modelId="{4E658AC5-7D64-43D8-8BB6-6EE7EC7CB261}" type="presParOf" srcId="{836D09A8-C883-44D7-BB20-A8014C91E610}" destId="{82173F44-8B2E-4C23-9EE0-7DEF2C2FC55E}" srcOrd="4" destOrd="0" presId="urn:microsoft.com/office/officeart/2005/8/layout/default"/>
    <dgm:cxn modelId="{E4F73916-CFF7-4488-A56D-9AEB1FD93537}" type="presParOf" srcId="{836D09A8-C883-44D7-BB20-A8014C91E610}" destId="{FC6D866C-811A-4915-A77B-31FEE1008995}" srcOrd="5" destOrd="0" presId="urn:microsoft.com/office/officeart/2005/8/layout/default"/>
    <dgm:cxn modelId="{5F7C2BAE-3FC9-40CF-AD03-B3E4A6CF9355}" type="presParOf" srcId="{836D09A8-C883-44D7-BB20-A8014C91E610}" destId="{99853645-CFA5-47D3-8D4A-A7AEA3EC704E}" srcOrd="6" destOrd="0" presId="urn:microsoft.com/office/officeart/2005/8/layout/default"/>
    <dgm:cxn modelId="{765E1667-4757-46AB-8A36-011AB37556D7}" type="presParOf" srcId="{836D09A8-C883-44D7-BB20-A8014C91E610}" destId="{66D3650C-155E-42CA-8E1A-DFACA81083E2}" srcOrd="7" destOrd="0" presId="urn:microsoft.com/office/officeart/2005/8/layout/default"/>
    <dgm:cxn modelId="{8DC0D690-F21F-4009-A284-A3E124D18ACA}" type="presParOf" srcId="{836D09A8-C883-44D7-BB20-A8014C91E610}" destId="{1BE65551-7537-4142-B629-30BBF5523ACA}" srcOrd="8" destOrd="0" presId="urn:microsoft.com/office/officeart/2005/8/layout/default"/>
    <dgm:cxn modelId="{BABAE5B5-120E-4D06-BFFE-BA1F0F7FF94D}" type="presParOf" srcId="{836D09A8-C883-44D7-BB20-A8014C91E610}" destId="{74B54DEC-59AE-4641-B156-4D28CE69E35A}" srcOrd="9" destOrd="0" presId="urn:microsoft.com/office/officeart/2005/8/layout/default"/>
    <dgm:cxn modelId="{E0D6225A-40CF-4067-AC43-E365C3DBCC35}" type="presParOf" srcId="{836D09A8-C883-44D7-BB20-A8014C91E610}" destId="{12BAB638-22C5-4131-8289-7E4795BE0C78}" srcOrd="10" destOrd="0" presId="urn:microsoft.com/office/officeart/2005/8/layout/default"/>
    <dgm:cxn modelId="{D49E9987-0903-4342-A286-AD5C63D30D05}" type="presParOf" srcId="{836D09A8-C883-44D7-BB20-A8014C91E610}" destId="{14580AF3-619A-4373-B244-18A2A56B2763}" srcOrd="11" destOrd="0" presId="urn:microsoft.com/office/officeart/2005/8/layout/default"/>
    <dgm:cxn modelId="{278F6BDE-35C8-49CC-9144-E2B88C64E506}" type="presParOf" srcId="{836D09A8-C883-44D7-BB20-A8014C91E610}" destId="{3B38C8DB-974C-4D84-A4BA-F1BA2DDC8C2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ED4CAC-8084-45DB-9FBD-FAB6F9C39416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 xml:space="preserve">
        <a:bodyPr/>
        <a:lstStyle/>
        <a:p>
          <a:endParaRPr lang="en-GB"/>
        </a:p>
      </dgm:t>
    </dgm:pt>
    <dgm:pt modelId="{19E83559-34F7-442C-B8DF-D3C2270CD4AC}">
      <dgm:prSet phldrT="[Text]" custT="1"/>
      <dgm:spPr/>
      <dgm:t xml:space="preserve">
        <a:bodyPr/>
        <a:lstStyle/>
        <a:p>
          <a:r>
            <a:rPr lang="en-GB" sz="1800" dirty="0"/>
            <a:t>Privacy Rule</a:t>
          </a:r>
        </a:p>
      </dgm:t>
    </dgm:pt>
    <dgm:pt modelId="{D2ACA9ED-999B-439F-B69E-7A2568102EDC}" type="parTrans" cxnId="{94595A21-F4F5-42E7-896C-117C5B437FE0}">
      <dgm:prSet/>
      <dgm:spPr/>
      <dgm:t xml:space="preserve">
        <a:bodyPr/>
        <a:lstStyle/>
        <a:p>
          <a:endParaRPr lang="en-GB"/>
        </a:p>
      </dgm:t>
    </dgm:pt>
    <dgm:pt modelId="{6DA662C2-B59F-49B0-8984-BF4D2439E2C0}" type="sibTrans" cxnId="{94595A21-F4F5-42E7-896C-117C5B437FE0}">
      <dgm:prSet/>
      <dgm:spPr/>
      <dgm:t xml:space="preserve">
        <a:bodyPr/>
        <a:lstStyle/>
        <a:p>
          <a:endParaRPr lang="en-GB"/>
        </a:p>
      </dgm:t>
    </dgm:pt>
    <dgm:pt modelId="{CCE742E9-91F1-4C8F-97F4-C217742934BD}">
      <dgm:prSet phldrT="[Text]" custT="1"/>
      <dgm:spPr/>
      <dgm:t xml:space="preserve">
        <a:bodyPr/>
        <a:lstStyle/>
        <a:p>
          <a:r>
            <a:rPr lang="en-GB" sz="1600" dirty="0"/>
            <a:t>Patients’ rights</a:t>
          </a:r>
        </a:p>
      </dgm:t>
    </dgm:pt>
    <dgm:pt modelId="{DD4F2F51-73E2-4583-8E00-65C67441D69B}" type="parTrans" cxnId="{30A5A8AC-E980-4903-9FFB-90B648B95565}">
      <dgm:prSet/>
      <dgm:spPr/>
      <dgm:t xml:space="preserve">
        <a:bodyPr/>
        <a:lstStyle/>
        <a:p>
          <a:endParaRPr lang="en-GB"/>
        </a:p>
      </dgm:t>
    </dgm:pt>
    <dgm:pt modelId="{0C7869AD-CB33-4550-983F-05A1E412D43E}" type="sibTrans" cxnId="{30A5A8AC-E980-4903-9FFB-90B648B95565}">
      <dgm:prSet/>
      <dgm:spPr/>
      <dgm:t xml:space="preserve">
        <a:bodyPr/>
        <a:lstStyle/>
        <a:p>
          <a:endParaRPr lang="en-GB"/>
        </a:p>
      </dgm:t>
    </dgm:pt>
    <dgm:pt modelId="{5025EA72-4A52-4436-ADEA-69835CE98AA5}">
      <dgm:prSet phldrT="[Text]" custT="1"/>
      <dgm:spPr/>
      <dgm:t xml:space="preserve">
        <a:bodyPr/>
        <a:lstStyle/>
        <a:p>
          <a:r>
            <a:rPr lang="en-GB" sz="1800" dirty="0"/>
            <a:t>Safeguards for Data Security</a:t>
          </a:r>
        </a:p>
      </dgm:t>
    </dgm:pt>
    <dgm:pt modelId="{78FE9983-9F3E-4570-86B7-5381C16EA0BB}" type="parTrans" cxnId="{2D3C368E-4D97-44CE-A07D-0F781B26A0AC}">
      <dgm:prSet/>
      <dgm:spPr/>
      <dgm:t xml:space="preserve">
        <a:bodyPr/>
        <a:lstStyle/>
        <a:p>
          <a:endParaRPr lang="en-GB"/>
        </a:p>
      </dgm:t>
    </dgm:pt>
    <dgm:pt modelId="{0B9EB4BF-9333-46A4-A97C-BB0BC5E90B42}" type="sibTrans" cxnId="{2D3C368E-4D97-44CE-A07D-0F781B26A0AC}">
      <dgm:prSet/>
      <dgm:spPr/>
      <dgm:t xml:space="preserve">
        <a:bodyPr/>
        <a:lstStyle/>
        <a:p>
          <a:endParaRPr lang="en-GB"/>
        </a:p>
      </dgm:t>
    </dgm:pt>
    <dgm:pt modelId="{8B2B773A-2EDA-46F5-81C8-1AE4177E6773}">
      <dgm:prSet phldrT="[Text]"/>
      <dgm:spPr/>
      <dgm:t xml:space="preserve">
        <a:bodyPr/>
        <a:lstStyle/>
        <a:p>
          <a:r>
            <a:rPr lang="en-GB" b="0" i="0" dirty="0"/>
            <a:t>Strong</a:t>
          </a:r>
          <a:r>
            <a:rPr lang="en-US" b="0" i="0" dirty="0"/>
            <a:t xml:space="preserve"> encryption standards like AES-256 for maximum security</a:t>
          </a:r>
          <a:endParaRPr lang="en-GB" dirty="0"/>
        </a:p>
      </dgm:t>
    </dgm:pt>
    <dgm:pt modelId="{985DC3B8-5E88-469C-8E6A-3C5E340E6876}" type="parTrans" cxnId="{DC4364D0-9013-4FEC-86DB-5430FEC01DE1}">
      <dgm:prSet/>
      <dgm:spPr/>
      <dgm:t xml:space="preserve">
        <a:bodyPr/>
        <a:lstStyle/>
        <a:p>
          <a:endParaRPr lang="en-GB"/>
        </a:p>
      </dgm:t>
    </dgm:pt>
    <dgm:pt modelId="{9D0313D0-25BE-4B94-B53B-6E1B392C0D89}" type="sibTrans" cxnId="{DC4364D0-9013-4FEC-86DB-5430FEC01DE1}">
      <dgm:prSet/>
      <dgm:spPr/>
      <dgm:t xml:space="preserve">
        <a:bodyPr/>
        <a:lstStyle/>
        <a:p>
          <a:endParaRPr lang="en-GB"/>
        </a:p>
      </dgm:t>
    </dgm:pt>
    <dgm:pt modelId="{5EED322E-D77A-43AD-A336-0BD72501F75D}">
      <dgm:prSet phldrT="[Text]" custT="1"/>
      <dgm:spPr/>
      <dgm:t xml:space="preserve">
        <a:bodyPr/>
        <a:lstStyle/>
        <a:p>
          <a:r>
            <a:rPr lang="en-GB" sz="1600" dirty="0"/>
            <a:t>Keep track of disclosures.</a:t>
          </a:r>
        </a:p>
      </dgm:t>
    </dgm:pt>
    <dgm:pt modelId="{D35EAEFB-6327-42A1-85B1-F06CA76E043A}" type="parTrans" cxnId="{F9C34AA9-3099-41B4-822B-BCDFC34E1E21}">
      <dgm:prSet/>
      <dgm:spPr/>
      <dgm:t xml:space="preserve">
        <a:bodyPr/>
        <a:lstStyle/>
        <a:p>
          <a:endParaRPr lang="en-GB"/>
        </a:p>
      </dgm:t>
    </dgm:pt>
    <dgm:pt modelId="{F683529D-68FD-415A-977F-750F50A6220D}" type="sibTrans" cxnId="{F9C34AA9-3099-41B4-822B-BCDFC34E1E21}">
      <dgm:prSet/>
      <dgm:spPr/>
      <dgm:t xml:space="preserve">
        <a:bodyPr/>
        <a:lstStyle/>
        <a:p>
          <a:endParaRPr lang="en-GB"/>
        </a:p>
      </dgm:t>
    </dgm:pt>
    <dgm:pt modelId="{112020B3-DE9A-4B1F-9D2F-F1D75A931ECF}">
      <dgm:prSet phldrT="[Text]" custT="1"/>
      <dgm:spPr/>
      <dgm:t xml:space="preserve">
        <a:bodyPr/>
        <a:lstStyle/>
        <a:p>
          <a:r>
            <a:rPr lang="en-GB" sz="1600" dirty="0"/>
            <a:t>Disclose a minimum amount of information</a:t>
          </a:r>
        </a:p>
      </dgm:t>
    </dgm:pt>
    <dgm:pt modelId="{ECFCC3EE-0F20-443C-800B-FAAEB89E2BF5}" type="parTrans" cxnId="{E001BDCE-8F6B-4E03-AD7A-4314A8E75EEA}">
      <dgm:prSet/>
      <dgm:spPr/>
      <dgm:t xml:space="preserve">
        <a:bodyPr/>
        <a:lstStyle/>
        <a:p>
          <a:endParaRPr lang="en-GB"/>
        </a:p>
      </dgm:t>
    </dgm:pt>
    <dgm:pt modelId="{CCDFFFDE-1B9B-4D7E-9845-E7D3629B560D}" type="sibTrans" cxnId="{E001BDCE-8F6B-4E03-AD7A-4314A8E75EEA}">
      <dgm:prSet/>
      <dgm:spPr/>
      <dgm:t xml:space="preserve">
        <a:bodyPr/>
        <a:lstStyle/>
        <a:p>
          <a:endParaRPr lang="en-GB"/>
        </a:p>
      </dgm:t>
    </dgm:pt>
    <dgm:pt modelId="{E074F931-27DC-49B9-ADA5-DEB9BC622C67}">
      <dgm:prSet phldrT="[Text]" custT="1"/>
      <dgm:spPr/>
      <dgm:t xml:space="preserve">
        <a:bodyPr/>
        <a:lstStyle/>
        <a:p>
          <a:r>
            <a:rPr lang="en-GB" sz="1600" dirty="0"/>
            <a:t>Notify individuals of the use of their PHI</a:t>
          </a:r>
        </a:p>
      </dgm:t>
    </dgm:pt>
    <dgm:pt modelId="{374214DC-AD77-4CF8-BDC0-13928C9CDF41}" type="parTrans" cxnId="{4D06FAF0-5A57-4AB2-B4C5-33F9F3775EF0}">
      <dgm:prSet/>
      <dgm:spPr/>
      <dgm:t xml:space="preserve">
        <a:bodyPr/>
        <a:lstStyle/>
        <a:p>
          <a:endParaRPr lang="en-GB"/>
        </a:p>
      </dgm:t>
    </dgm:pt>
    <dgm:pt modelId="{05B0B9B2-551E-4614-957E-D172EF4998D8}" type="sibTrans" cxnId="{4D06FAF0-5A57-4AB2-B4C5-33F9F3775EF0}">
      <dgm:prSet/>
      <dgm:spPr/>
      <dgm:t xml:space="preserve">
        <a:bodyPr/>
        <a:lstStyle/>
        <a:p>
          <a:endParaRPr lang="en-GB"/>
        </a:p>
      </dgm:t>
    </dgm:pt>
    <dgm:pt modelId="{9F8FEE17-A48A-4E93-9E13-8558DEFD2323}">
      <dgm:prSet phldrT="[Text]" custT="1"/>
      <dgm:spPr/>
      <dgm:t xml:space="preserve">
        <a:bodyPr/>
        <a:lstStyle/>
        <a:p>
          <a:r>
            <a:rPr lang="en-GB" sz="1600" dirty="0"/>
            <a:t>Ensure data confidentiality by safeguarding PHI.</a:t>
          </a:r>
        </a:p>
      </dgm:t>
    </dgm:pt>
    <dgm:pt modelId="{30441A14-0044-47BA-BA75-9FD517E36287}" type="parTrans" cxnId="{90C264C5-E760-4B23-BF48-25A187197DCD}">
      <dgm:prSet/>
      <dgm:spPr/>
      <dgm:t xml:space="preserve">
        <a:bodyPr/>
        <a:lstStyle/>
        <a:p>
          <a:endParaRPr lang="en-GB"/>
        </a:p>
      </dgm:t>
    </dgm:pt>
    <dgm:pt modelId="{247872A8-AB6B-4E7A-9915-21BAA9532B9C}" type="sibTrans" cxnId="{90C264C5-E760-4B23-BF48-25A187197DCD}">
      <dgm:prSet/>
      <dgm:spPr/>
      <dgm:t xml:space="preserve">
        <a:bodyPr/>
        <a:lstStyle/>
        <a:p>
          <a:endParaRPr lang="en-GB"/>
        </a:p>
      </dgm:t>
    </dgm:pt>
    <dgm:pt modelId="{6CB5A8EB-2585-4D82-8C34-35A20DF4009F}">
      <dgm:prSet phldrT="[Text]"/>
      <dgm:spPr/>
      <dgm:t xml:space="preserve">
        <a:bodyPr/>
        <a:lstStyle/>
        <a:p>
          <a:r>
            <a:rPr lang="en-GB" dirty="0"/>
            <a:t>Access controls- Implement</a:t>
          </a:r>
          <a:r>
            <a:rPr lang="en-US" b="0" i="0" dirty="0"/>
            <a:t xml:space="preserve"> Role-based Access Controls (RBAC) </a:t>
          </a:r>
          <a:endParaRPr lang="en-GB" dirty="0"/>
        </a:p>
      </dgm:t>
    </dgm:pt>
    <dgm:pt modelId="{CB919BFA-5C14-4D12-9E65-9B2213736FF6}" type="parTrans" cxnId="{002F7654-EBA1-4987-AE6D-DC277592E267}">
      <dgm:prSet/>
      <dgm:spPr/>
      <dgm:t xml:space="preserve">
        <a:bodyPr/>
        <a:lstStyle/>
        <a:p>
          <a:endParaRPr lang="en-GB"/>
        </a:p>
      </dgm:t>
    </dgm:pt>
    <dgm:pt modelId="{E51023ED-6FFF-4769-84A7-F6F8A957D7F5}" type="sibTrans" cxnId="{002F7654-EBA1-4987-AE6D-DC277592E267}">
      <dgm:prSet/>
      <dgm:spPr/>
      <dgm:t xml:space="preserve">
        <a:bodyPr/>
        <a:lstStyle/>
        <a:p>
          <a:endParaRPr lang="en-GB"/>
        </a:p>
      </dgm:t>
    </dgm:pt>
    <dgm:pt modelId="{A289424A-7341-48B8-9D83-FBA32B8A3A25}">
      <dgm:prSet phldrT="[Text]"/>
      <dgm:spPr/>
      <dgm:t xml:space="preserve">
        <a:bodyPr/>
        <a:lstStyle/>
        <a:p>
          <a:endParaRPr lang="en-GB" dirty="0"/>
        </a:p>
      </dgm:t>
    </dgm:pt>
    <dgm:pt modelId="{28D61DA0-D8E1-43B0-85FE-1BE095E20FBA}" type="parTrans" cxnId="{A9A26DB2-2487-4036-8948-3AD6EDE91DB4}">
      <dgm:prSet/>
      <dgm:spPr/>
      <dgm:t xml:space="preserve">
        <a:bodyPr/>
        <a:lstStyle/>
        <a:p>
          <a:endParaRPr lang="en-GB"/>
        </a:p>
      </dgm:t>
    </dgm:pt>
    <dgm:pt modelId="{952F30E7-F5AF-4EB0-AB14-025148100D15}" type="sibTrans" cxnId="{A9A26DB2-2487-4036-8948-3AD6EDE91DB4}">
      <dgm:prSet/>
      <dgm:spPr/>
      <dgm:t xml:space="preserve">
        <a:bodyPr/>
        <a:lstStyle/>
        <a:p>
          <a:endParaRPr lang="en-GB"/>
        </a:p>
      </dgm:t>
    </dgm:pt>
    <dgm:pt modelId="{601E2B81-72FB-4CF8-8193-8ED10F1ABB43}">
      <dgm:prSet phldrT="[Text]"/>
      <dgm:spPr/>
      <dgm:t xml:space="preserve">
        <a:bodyPr/>
        <a:lstStyle/>
        <a:p>
          <a:r>
            <a:rPr lang="en-GB" b="0" i="0" dirty="0"/>
            <a:t>Strong Authentication Measures- Implement Multi-factor Authentication (MFA).</a:t>
          </a:r>
          <a:endParaRPr lang="en-GB" dirty="0"/>
        </a:p>
      </dgm:t>
    </dgm:pt>
    <dgm:pt modelId="{DB9D6E5D-1A2A-4571-A5BA-2C6E9C72996C}" type="parTrans" cxnId="{0439A3B5-907E-4D98-AD1E-87C687379D89}">
      <dgm:prSet/>
      <dgm:spPr/>
      <dgm:t xml:space="preserve">
        <a:bodyPr/>
        <a:lstStyle/>
        <a:p>
          <a:endParaRPr lang="en-GB"/>
        </a:p>
      </dgm:t>
    </dgm:pt>
    <dgm:pt modelId="{9BF3E625-B82A-43F8-8745-7714C509CDC0}" type="sibTrans" cxnId="{0439A3B5-907E-4D98-AD1E-87C687379D89}">
      <dgm:prSet/>
      <dgm:spPr/>
      <dgm:t xml:space="preserve">
        <a:bodyPr/>
        <a:lstStyle/>
        <a:p>
          <a:endParaRPr lang="en-GB"/>
        </a:p>
      </dgm:t>
    </dgm:pt>
    <dgm:pt modelId="{6529CEEC-03D5-4059-BA31-51A3E69538A9}">
      <dgm:prSet phldrT="[Text]"/>
      <dgm:spPr/>
      <dgm:t xml:space="preserve">
        <a:bodyPr/>
        <a:lstStyle/>
        <a:p>
          <a:r>
            <a:rPr lang="en-GB" b="0" i="0" dirty="0"/>
            <a:t>Data Minimization</a:t>
          </a:r>
          <a:endParaRPr lang="en-GB" dirty="0"/>
        </a:p>
      </dgm:t>
    </dgm:pt>
    <dgm:pt modelId="{2C3409AE-B12E-4C8A-A532-48838CED520B}" type="parTrans" cxnId="{3C0063E6-93C2-4713-982A-E095360303F1}">
      <dgm:prSet/>
      <dgm:spPr/>
      <dgm:t xml:space="preserve">
        <a:bodyPr/>
        <a:lstStyle/>
        <a:p>
          <a:endParaRPr lang="en-GB"/>
        </a:p>
      </dgm:t>
    </dgm:pt>
    <dgm:pt modelId="{9281A917-0265-4F4F-B0FA-2153A3D96941}" type="sibTrans" cxnId="{3C0063E6-93C2-4713-982A-E095360303F1}">
      <dgm:prSet/>
      <dgm:spPr/>
      <dgm:t xml:space="preserve">
        <a:bodyPr/>
        <a:lstStyle/>
        <a:p>
          <a:endParaRPr lang="en-GB"/>
        </a:p>
      </dgm:t>
    </dgm:pt>
    <dgm:pt modelId="{D42401D6-00D3-4B4C-A1EE-BAD53493E2CA}">
      <dgm:prSet phldrT="[Text]"/>
      <dgm:spPr/>
      <dgm:t xml:space="preserve">
        <a:bodyPr/>
        <a:lstStyle/>
        <a:p>
          <a:r>
            <a:rPr lang="en-GB" b="0" i="0" dirty="0"/>
            <a:t>Secure Physical Storage</a:t>
          </a:r>
          <a:endParaRPr lang="en-GB" dirty="0"/>
        </a:p>
      </dgm:t>
    </dgm:pt>
    <dgm:pt modelId="{BA37ECBF-BCC5-4F57-94A3-187C3223250F}" type="parTrans" cxnId="{6DA3A548-AAA9-4767-BC8F-7FBFCBF27753}">
      <dgm:prSet/>
      <dgm:spPr/>
      <dgm:t xml:space="preserve">
        <a:bodyPr/>
        <a:lstStyle/>
        <a:p>
          <a:endParaRPr lang="en-GB"/>
        </a:p>
      </dgm:t>
    </dgm:pt>
    <dgm:pt modelId="{51DA8047-9391-41D5-A583-B0E96D2BA441}" type="sibTrans" cxnId="{6DA3A548-AAA9-4767-BC8F-7FBFCBF27753}">
      <dgm:prSet/>
      <dgm:spPr/>
      <dgm:t xml:space="preserve">
        <a:bodyPr/>
        <a:lstStyle/>
        <a:p>
          <a:endParaRPr lang="en-GB"/>
        </a:p>
      </dgm:t>
    </dgm:pt>
    <dgm:pt modelId="{3FDFF236-63C2-4C01-BC2B-FD77D70E6507}">
      <dgm:prSet phldrT="[Text]"/>
      <dgm:spPr/>
      <dgm:t xml:space="preserve">
        <a:bodyPr/>
        <a:lstStyle/>
        <a:p>
          <a:r>
            <a:rPr lang="en-GB" b="0" i="0" dirty="0"/>
            <a:t>Backup and Disaster Recovery</a:t>
          </a:r>
          <a:endParaRPr lang="en-GB" dirty="0"/>
        </a:p>
      </dgm:t>
    </dgm:pt>
    <dgm:pt modelId="{FAC8C3FC-12F9-471C-8335-108815AFCA84}" type="parTrans" cxnId="{007FB48C-E2DD-4E55-8683-5ACC4228B255}">
      <dgm:prSet/>
      <dgm:spPr/>
      <dgm:t xml:space="preserve">
        <a:bodyPr/>
        <a:lstStyle/>
        <a:p>
          <a:endParaRPr lang="en-GB"/>
        </a:p>
      </dgm:t>
    </dgm:pt>
    <dgm:pt modelId="{DF0B8354-0A25-4C1E-AA76-8044020E66B7}" type="sibTrans" cxnId="{007FB48C-E2DD-4E55-8683-5ACC4228B255}">
      <dgm:prSet/>
      <dgm:spPr/>
      <dgm:t xml:space="preserve">
        <a:bodyPr/>
        <a:lstStyle/>
        <a:p>
          <a:endParaRPr lang="en-GB"/>
        </a:p>
      </dgm:t>
    </dgm:pt>
    <dgm:pt modelId="{0401594F-405B-4DF6-99EC-50C968EC6A78}">
      <dgm:prSet phldrT="[Text]"/>
      <dgm:spPr/>
      <dgm:t xml:space="preserve">
        <a:bodyPr/>
        <a:lstStyle/>
        <a:p>
          <a:r>
            <a:rPr lang="en-GB" b="0" i="0" dirty="0"/>
            <a:t>Audit Controls</a:t>
          </a:r>
          <a:endParaRPr lang="en-GB" dirty="0"/>
        </a:p>
      </dgm:t>
    </dgm:pt>
    <dgm:pt modelId="{B95F4E82-4387-4338-8CB7-6DD86986B367}" type="parTrans" cxnId="{19371DB3-6DAB-4723-A114-B3594FD2ACE1}">
      <dgm:prSet/>
      <dgm:spPr/>
      <dgm:t xml:space="preserve">
        <a:bodyPr/>
        <a:lstStyle/>
        <a:p>
          <a:endParaRPr lang="en-GB"/>
        </a:p>
      </dgm:t>
    </dgm:pt>
    <dgm:pt modelId="{3A9FFF40-C810-4CE8-805E-B157B26243B3}" type="sibTrans" cxnId="{19371DB3-6DAB-4723-A114-B3594FD2ACE1}">
      <dgm:prSet/>
      <dgm:spPr/>
      <dgm:t xml:space="preserve">
        <a:bodyPr/>
        <a:lstStyle/>
        <a:p>
          <a:endParaRPr lang="en-GB"/>
        </a:p>
      </dgm:t>
    </dgm:pt>
    <dgm:pt modelId="{A1C19946-5087-4C41-B9EA-68D5C74CA004}">
      <dgm:prSet phldrT="[Text]"/>
      <dgm:spPr/>
      <dgm:t xml:space="preserve">
        <a:bodyPr/>
        <a:lstStyle/>
        <a:p>
          <a:endParaRPr lang="en-GB" dirty="0"/>
        </a:p>
      </dgm:t>
    </dgm:pt>
    <dgm:pt modelId="{6BF16055-BEFF-4B44-B95D-264871243FA5}" type="parTrans" cxnId="{00541C6C-3119-4991-8EDC-5AF4411F1004}">
      <dgm:prSet/>
      <dgm:spPr/>
      <dgm:t xml:space="preserve">
        <a:bodyPr/>
        <a:lstStyle/>
        <a:p>
          <a:endParaRPr lang="en-GB"/>
        </a:p>
      </dgm:t>
    </dgm:pt>
    <dgm:pt modelId="{A6963C38-51B0-4147-A4F9-3BFE837B0B85}" type="sibTrans" cxnId="{00541C6C-3119-4991-8EDC-5AF4411F1004}">
      <dgm:prSet/>
      <dgm:spPr/>
      <dgm:t xml:space="preserve">
        <a:bodyPr/>
        <a:lstStyle/>
        <a:p>
          <a:endParaRPr lang="en-GB"/>
        </a:p>
      </dgm:t>
    </dgm:pt>
    <dgm:pt modelId="{939AC59B-F022-4A96-9ACA-1149547D0316}">
      <dgm:prSet phldrT="[Text]"/>
      <dgm:spPr/>
      <dgm:t xml:space="preserve">
        <a:bodyPr/>
        <a:lstStyle/>
        <a:p>
          <a:r>
            <a:rPr lang="en-GB" b="0" i="0" dirty="0"/>
            <a:t>Employee Training</a:t>
          </a:r>
          <a:endParaRPr lang="en-GB" dirty="0"/>
        </a:p>
      </dgm:t>
    </dgm:pt>
    <dgm:pt modelId="{CC1BA1C2-35BB-4544-BDE7-E6A9F4D25705}" type="parTrans" cxnId="{06B413CB-E7AE-4DC0-BAAC-1874D5F53807}">
      <dgm:prSet/>
      <dgm:spPr/>
      <dgm:t xml:space="preserve">
        <a:bodyPr/>
        <a:lstStyle/>
        <a:p>
          <a:endParaRPr lang="en-GB"/>
        </a:p>
      </dgm:t>
    </dgm:pt>
    <dgm:pt modelId="{F3109B5F-619F-4050-B346-5AA081872D57}" type="sibTrans" cxnId="{06B413CB-E7AE-4DC0-BAAC-1874D5F53807}">
      <dgm:prSet/>
      <dgm:spPr/>
      <dgm:t xml:space="preserve">
        <a:bodyPr/>
        <a:lstStyle/>
        <a:p>
          <a:endParaRPr lang="en-GB"/>
        </a:p>
      </dgm:t>
    </dgm:pt>
    <dgm:pt modelId="{28BC6519-9EC8-4E03-8AE8-C29946D8722A}">
      <dgm:prSet phldrT="[Text]"/>
      <dgm:spPr/>
      <dgm:t xml:space="preserve">
        <a:bodyPr/>
        <a:lstStyle/>
        <a:p>
          <a:r>
            <a:rPr lang="en-GB" b="0" i="0" dirty="0"/>
            <a:t>Regular Risk Assessments</a:t>
          </a:r>
          <a:endParaRPr lang="en-GB" dirty="0"/>
        </a:p>
      </dgm:t>
    </dgm:pt>
    <dgm:pt modelId="{6167366F-1860-4654-AF94-DEE3D368D61D}" type="parTrans" cxnId="{E6D3D40C-4806-481D-A353-D88ED7159A24}">
      <dgm:prSet/>
      <dgm:spPr/>
      <dgm:t xml:space="preserve">
        <a:bodyPr/>
        <a:lstStyle/>
        <a:p>
          <a:endParaRPr lang="en-GB"/>
        </a:p>
      </dgm:t>
    </dgm:pt>
    <dgm:pt modelId="{329680DD-5C29-48A4-BEA4-E7179CF06ED4}" type="sibTrans" cxnId="{E6D3D40C-4806-481D-A353-D88ED7159A24}">
      <dgm:prSet/>
      <dgm:spPr/>
      <dgm:t xml:space="preserve">
        <a:bodyPr/>
        <a:lstStyle/>
        <a:p>
          <a:endParaRPr lang="en-GB"/>
        </a:p>
      </dgm:t>
    </dgm:pt>
    <dgm:pt modelId="{CF6C00A9-899F-4614-8F18-F3826F9910A6}">
      <dgm:prSet phldrT="[Text]"/>
      <dgm:spPr/>
      <dgm:t xml:space="preserve">
        <a:bodyPr/>
        <a:lstStyle/>
        <a:p>
          <a:r>
            <a:rPr lang="en-GB" b="0" i="0" dirty="0"/>
            <a:t>Secure Communication Channels</a:t>
          </a:r>
          <a:endParaRPr lang="en-GB" dirty="0"/>
        </a:p>
      </dgm:t>
    </dgm:pt>
    <dgm:pt modelId="{42E33A62-59A9-4D65-867E-8C989558A29A}" type="parTrans" cxnId="{96BD1706-68F2-4DE6-8900-94E21ABBAB14}">
      <dgm:prSet/>
      <dgm:spPr/>
      <dgm:t xml:space="preserve">
        <a:bodyPr/>
        <a:lstStyle/>
        <a:p>
          <a:endParaRPr lang="en-GB"/>
        </a:p>
      </dgm:t>
    </dgm:pt>
    <dgm:pt modelId="{508D6B85-BFFD-497C-9944-804EFA8C18F3}" type="sibTrans" cxnId="{96BD1706-68F2-4DE6-8900-94E21ABBAB14}">
      <dgm:prSet/>
      <dgm:spPr/>
      <dgm:t xml:space="preserve">
        <a:bodyPr/>
        <a:lstStyle/>
        <a:p>
          <a:endParaRPr lang="en-GB"/>
        </a:p>
      </dgm:t>
    </dgm:pt>
    <dgm:pt modelId="{AF905958-7C8D-45A6-8386-C3654065C341}">
      <dgm:prSet phldrT="[Text]" custT="1"/>
      <dgm:spPr/>
      <dgm:t xml:space="preserve">
        <a:bodyPr/>
        <a:lstStyle/>
        <a:p>
          <a:r>
            <a:rPr lang="en-GB" sz="1600" dirty="0"/>
            <a:t>Limiting Use and Disclosure</a:t>
          </a:r>
        </a:p>
      </dgm:t>
    </dgm:pt>
    <dgm:pt modelId="{673C96B9-9EC2-445A-B1DB-D5FC45BEA544}" type="parTrans" cxnId="{E735AA86-1D1E-4549-B03F-17B7C0F6AA63}">
      <dgm:prSet/>
      <dgm:spPr/>
      <dgm:t xml:space="preserve">
        <a:bodyPr/>
        <a:lstStyle/>
        <a:p>
          <a:endParaRPr lang="en-GB"/>
        </a:p>
      </dgm:t>
    </dgm:pt>
    <dgm:pt modelId="{2A7F3856-C3A3-449C-B6B9-4548905422F8}" type="sibTrans" cxnId="{E735AA86-1D1E-4549-B03F-17B7C0F6AA63}">
      <dgm:prSet/>
      <dgm:spPr/>
      <dgm:t xml:space="preserve">
        <a:bodyPr/>
        <a:lstStyle/>
        <a:p>
          <a:endParaRPr lang="en-GB"/>
        </a:p>
      </dgm:t>
    </dgm:pt>
    <dgm:pt modelId="{FFA2F66A-56E6-41C5-8CCE-D46497780A5D}" type="pres">
      <dgm:prSet presAssocID="{9FED4CAC-8084-45DB-9FBD-FAB6F9C39416}" presName="Name0" presStyleCnt="0">
        <dgm:presLayoutVars>
          <dgm:dir/>
          <dgm:animLvl val="lvl"/>
          <dgm:resizeHandles val="exact"/>
        </dgm:presLayoutVars>
      </dgm:prSet>
      <dgm:spPr/>
    </dgm:pt>
    <dgm:pt modelId="{8DE05DB0-F1A7-47D4-A9DF-2A2F9E33A6E1}" type="pres">
      <dgm:prSet presAssocID="{19E83559-34F7-442C-B8DF-D3C2270CD4AC}" presName="composite" presStyleCnt="0"/>
      <dgm:spPr/>
    </dgm:pt>
    <dgm:pt modelId="{8941BEF9-D4A8-480D-9204-37F2C9AAFC43}" type="pres">
      <dgm:prSet presAssocID="{19E83559-34F7-442C-B8DF-D3C2270CD4A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FAE97EE-50D1-4EC4-B7D5-8B3971E1DACE}" type="pres">
      <dgm:prSet presAssocID="{19E83559-34F7-442C-B8DF-D3C2270CD4AC}" presName="desTx" presStyleLbl="alignAccFollowNode1" presStyleIdx="0" presStyleCnt="2">
        <dgm:presLayoutVars>
          <dgm:bulletEnabled val="1"/>
        </dgm:presLayoutVars>
      </dgm:prSet>
      <dgm:spPr/>
    </dgm:pt>
    <dgm:pt modelId="{B565ACA9-B066-4EAD-940A-ABB7D5D8FFCC}" type="pres">
      <dgm:prSet presAssocID="{6DA662C2-B59F-49B0-8984-BF4D2439E2C0}" presName="space" presStyleCnt="0"/>
      <dgm:spPr/>
    </dgm:pt>
    <dgm:pt modelId="{6E27A8C8-8E95-4A0F-A820-B9B51048B0C8}" type="pres">
      <dgm:prSet presAssocID="{5025EA72-4A52-4436-ADEA-69835CE98AA5}" presName="composite" presStyleCnt="0"/>
      <dgm:spPr/>
    </dgm:pt>
    <dgm:pt modelId="{751242FF-6C82-4AB1-B01B-5BD2890FF23B}" type="pres">
      <dgm:prSet presAssocID="{5025EA72-4A52-4436-ADEA-69835CE98AA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2AEB60E-8ECF-4A5F-9291-C472E6569CD1}" type="pres">
      <dgm:prSet presAssocID="{5025EA72-4A52-4436-ADEA-69835CE98AA5}" presName="desTx" presStyleLbl="alignAccFollowNode1" presStyleIdx="1" presStyleCnt="2" custLinFactNeighborX="2025" custLinFactNeighborY="406">
        <dgm:presLayoutVars>
          <dgm:bulletEnabled val="1"/>
        </dgm:presLayoutVars>
      </dgm:prSet>
      <dgm:spPr/>
    </dgm:pt>
  </dgm:ptLst>
  <dgm:cxnLst>
    <dgm:cxn modelId="{96BD1706-68F2-4DE6-8900-94E21ABBAB14}" srcId="{5025EA72-4A52-4436-ADEA-69835CE98AA5}" destId="{CF6C00A9-899F-4614-8F18-F3826F9910A6}" srcOrd="3" destOrd="0" parTransId="{42E33A62-59A9-4D65-867E-8C989558A29A}" sibTransId="{508D6B85-BFFD-497C-9944-804EFA8C18F3}"/>
    <dgm:cxn modelId="{7BB86407-C7B1-47E4-B799-09D1031729BF}" type="presOf" srcId="{5EED322E-D77A-43AD-A336-0BD72501F75D}" destId="{3FAE97EE-50D1-4EC4-B7D5-8B3971E1DACE}" srcOrd="0" destOrd="2" presId="urn:microsoft.com/office/officeart/2005/8/layout/hList1"/>
    <dgm:cxn modelId="{E6D3D40C-4806-481D-A353-D88ED7159A24}" srcId="{5025EA72-4A52-4436-ADEA-69835CE98AA5}" destId="{28BC6519-9EC8-4E03-8AE8-C29946D8722A}" srcOrd="9" destOrd="0" parTransId="{6167366F-1860-4654-AF94-DEE3D368D61D}" sibTransId="{329680DD-5C29-48A4-BEA4-E7179CF06ED4}"/>
    <dgm:cxn modelId="{457AE920-38AB-45A6-99A7-9B8902D5D3FF}" type="presOf" srcId="{A289424A-7341-48B8-9D83-FBA32B8A3A25}" destId="{B2AEB60E-8ECF-4A5F-9291-C472E6569CD1}" srcOrd="0" destOrd="11" presId="urn:microsoft.com/office/officeart/2005/8/layout/hList1"/>
    <dgm:cxn modelId="{94595A21-F4F5-42E7-896C-117C5B437FE0}" srcId="{9FED4CAC-8084-45DB-9FBD-FAB6F9C39416}" destId="{19E83559-34F7-442C-B8DF-D3C2270CD4AC}" srcOrd="0" destOrd="0" parTransId="{D2ACA9ED-999B-439F-B69E-7A2568102EDC}" sibTransId="{6DA662C2-B59F-49B0-8984-BF4D2439E2C0}"/>
    <dgm:cxn modelId="{BD543E2F-7800-43C9-9430-089B3D9019EB}" type="presOf" srcId="{112020B3-DE9A-4B1F-9D2F-F1D75A931ECF}" destId="{3FAE97EE-50D1-4EC4-B7D5-8B3971E1DACE}" srcOrd="0" destOrd="3" presId="urn:microsoft.com/office/officeart/2005/8/layout/hList1"/>
    <dgm:cxn modelId="{CE8B4247-A532-4A75-92EA-02A2B4B5D33D}" type="presOf" srcId="{9FED4CAC-8084-45DB-9FBD-FAB6F9C39416}" destId="{FFA2F66A-56E6-41C5-8CCE-D46497780A5D}" srcOrd="0" destOrd="0" presId="urn:microsoft.com/office/officeart/2005/8/layout/hList1"/>
    <dgm:cxn modelId="{6DA3A548-AAA9-4767-BC8F-7FBFCBF27753}" srcId="{5025EA72-4A52-4436-ADEA-69835CE98AA5}" destId="{D42401D6-00D3-4B4C-A1EE-BAD53493E2CA}" srcOrd="5" destOrd="0" parTransId="{BA37ECBF-BCC5-4F57-94A3-187C3223250F}" sibTransId="{51DA8047-9391-41D5-A583-B0E96D2BA441}"/>
    <dgm:cxn modelId="{B19B684A-4121-441A-8F34-52D560956BE5}" type="presOf" srcId="{5025EA72-4A52-4436-ADEA-69835CE98AA5}" destId="{751242FF-6C82-4AB1-B01B-5BD2890FF23B}" srcOrd="0" destOrd="0" presId="urn:microsoft.com/office/officeart/2005/8/layout/hList1"/>
    <dgm:cxn modelId="{00541C6C-3119-4991-8EDC-5AF4411F1004}" srcId="{5025EA72-4A52-4436-ADEA-69835CE98AA5}" destId="{A1C19946-5087-4C41-B9EA-68D5C74CA004}" srcOrd="10" destOrd="0" parTransId="{6BF16055-BEFF-4B44-B95D-264871243FA5}" sibTransId="{A6963C38-51B0-4147-A4F9-3BFE837B0B85}"/>
    <dgm:cxn modelId="{FEB11152-34D1-41F5-A856-2574BDE9388C}" type="presOf" srcId="{E074F931-27DC-49B9-ADA5-DEB9BC622C67}" destId="{3FAE97EE-50D1-4EC4-B7D5-8B3971E1DACE}" srcOrd="0" destOrd="4" presId="urn:microsoft.com/office/officeart/2005/8/layout/hList1"/>
    <dgm:cxn modelId="{5E7C3C73-E1DD-481E-B5AA-20BF3E24A1C5}" type="presOf" srcId="{D42401D6-00D3-4B4C-A1EE-BAD53493E2CA}" destId="{B2AEB60E-8ECF-4A5F-9291-C472E6569CD1}" srcOrd="0" destOrd="5" presId="urn:microsoft.com/office/officeart/2005/8/layout/hList1"/>
    <dgm:cxn modelId="{19AA7C73-489B-4AD6-95FA-627BE4CCA761}" type="presOf" srcId="{CF6C00A9-899F-4614-8F18-F3826F9910A6}" destId="{B2AEB60E-8ECF-4A5F-9291-C472E6569CD1}" srcOrd="0" destOrd="3" presId="urn:microsoft.com/office/officeart/2005/8/layout/hList1"/>
    <dgm:cxn modelId="{002F7654-EBA1-4987-AE6D-DC277592E267}" srcId="{5025EA72-4A52-4436-ADEA-69835CE98AA5}" destId="{6CB5A8EB-2585-4D82-8C34-35A20DF4009F}" srcOrd="1" destOrd="0" parTransId="{CB919BFA-5C14-4D12-9E65-9B2213736FF6}" sibTransId="{E51023ED-6FFF-4769-84A7-F6F8A957D7F5}"/>
    <dgm:cxn modelId="{E603CF83-D5B5-451E-8858-85FA49E9BE98}" type="presOf" srcId="{9F8FEE17-A48A-4E93-9E13-8558DEFD2323}" destId="{3FAE97EE-50D1-4EC4-B7D5-8B3971E1DACE}" srcOrd="0" destOrd="5" presId="urn:microsoft.com/office/officeart/2005/8/layout/hList1"/>
    <dgm:cxn modelId="{E735AA86-1D1E-4549-B03F-17B7C0F6AA63}" srcId="{19E83559-34F7-442C-B8DF-D3C2270CD4AC}" destId="{AF905958-7C8D-45A6-8386-C3654065C341}" srcOrd="1" destOrd="0" parTransId="{673C96B9-9EC2-445A-B1DB-D5FC45BEA544}" sibTransId="{2A7F3856-C3A3-449C-B6B9-4548905422F8}"/>
    <dgm:cxn modelId="{9B02C386-C031-462B-BE96-ACBBAF1B22CE}" type="presOf" srcId="{A1C19946-5087-4C41-B9EA-68D5C74CA004}" destId="{B2AEB60E-8ECF-4A5F-9291-C472E6569CD1}" srcOrd="0" destOrd="10" presId="urn:microsoft.com/office/officeart/2005/8/layout/hList1"/>
    <dgm:cxn modelId="{007FB48C-E2DD-4E55-8683-5ACC4228B255}" srcId="{5025EA72-4A52-4436-ADEA-69835CE98AA5}" destId="{3FDFF236-63C2-4C01-BC2B-FD77D70E6507}" srcOrd="6" destOrd="0" parTransId="{FAC8C3FC-12F9-471C-8335-108815AFCA84}" sibTransId="{DF0B8354-0A25-4C1E-AA76-8044020E66B7}"/>
    <dgm:cxn modelId="{2D3C368E-4D97-44CE-A07D-0F781B26A0AC}" srcId="{9FED4CAC-8084-45DB-9FBD-FAB6F9C39416}" destId="{5025EA72-4A52-4436-ADEA-69835CE98AA5}" srcOrd="1" destOrd="0" parTransId="{78FE9983-9F3E-4570-86B7-5381C16EA0BB}" sibTransId="{0B9EB4BF-9333-46A4-A97C-BB0BC5E90B42}"/>
    <dgm:cxn modelId="{9EE7D599-A9DB-4874-AC87-983C3B2C217B}" type="presOf" srcId="{8B2B773A-2EDA-46F5-81C8-1AE4177E6773}" destId="{B2AEB60E-8ECF-4A5F-9291-C472E6569CD1}" srcOrd="0" destOrd="0" presId="urn:microsoft.com/office/officeart/2005/8/layout/hList1"/>
    <dgm:cxn modelId="{C6D1EB9C-833F-4ACF-8CFF-02ADE0632D8B}" type="presOf" srcId="{19E83559-34F7-442C-B8DF-D3C2270CD4AC}" destId="{8941BEF9-D4A8-480D-9204-37F2C9AAFC43}" srcOrd="0" destOrd="0" presId="urn:microsoft.com/office/officeart/2005/8/layout/hList1"/>
    <dgm:cxn modelId="{ABE7EDA3-44FA-4097-993D-0D54822AD56C}" type="presOf" srcId="{6529CEEC-03D5-4059-BA31-51A3E69538A9}" destId="{B2AEB60E-8ECF-4A5F-9291-C472E6569CD1}" srcOrd="0" destOrd="4" presId="urn:microsoft.com/office/officeart/2005/8/layout/hList1"/>
    <dgm:cxn modelId="{F9C34AA9-3099-41B4-822B-BCDFC34E1E21}" srcId="{AF905958-7C8D-45A6-8386-C3654065C341}" destId="{5EED322E-D77A-43AD-A336-0BD72501F75D}" srcOrd="0" destOrd="0" parTransId="{D35EAEFB-6327-42A1-85B1-F06CA76E043A}" sibTransId="{F683529D-68FD-415A-977F-750F50A6220D}"/>
    <dgm:cxn modelId="{30A5A8AC-E980-4903-9FFB-90B648B95565}" srcId="{19E83559-34F7-442C-B8DF-D3C2270CD4AC}" destId="{CCE742E9-91F1-4C8F-97F4-C217742934BD}" srcOrd="0" destOrd="0" parTransId="{DD4F2F51-73E2-4583-8E00-65C67441D69B}" sibTransId="{0C7869AD-CB33-4550-983F-05A1E412D43E}"/>
    <dgm:cxn modelId="{DE6C95AE-C66D-4928-B285-41594DD6BB72}" type="presOf" srcId="{601E2B81-72FB-4CF8-8193-8ED10F1ABB43}" destId="{B2AEB60E-8ECF-4A5F-9291-C472E6569CD1}" srcOrd="0" destOrd="2" presId="urn:microsoft.com/office/officeart/2005/8/layout/hList1"/>
    <dgm:cxn modelId="{A9A26DB2-2487-4036-8948-3AD6EDE91DB4}" srcId="{5025EA72-4A52-4436-ADEA-69835CE98AA5}" destId="{A289424A-7341-48B8-9D83-FBA32B8A3A25}" srcOrd="11" destOrd="0" parTransId="{28D61DA0-D8E1-43B0-85FE-1BE095E20FBA}" sibTransId="{952F30E7-F5AF-4EB0-AB14-025148100D15}"/>
    <dgm:cxn modelId="{19371DB3-6DAB-4723-A114-B3594FD2ACE1}" srcId="{5025EA72-4A52-4436-ADEA-69835CE98AA5}" destId="{0401594F-405B-4DF6-99EC-50C968EC6A78}" srcOrd="7" destOrd="0" parTransId="{B95F4E82-4387-4338-8CB7-6DD86986B367}" sibTransId="{3A9FFF40-C810-4CE8-805E-B157B26243B3}"/>
    <dgm:cxn modelId="{0439A3B5-907E-4D98-AD1E-87C687379D89}" srcId="{5025EA72-4A52-4436-ADEA-69835CE98AA5}" destId="{601E2B81-72FB-4CF8-8193-8ED10F1ABB43}" srcOrd="2" destOrd="0" parTransId="{DB9D6E5D-1A2A-4571-A5BA-2C6E9C72996C}" sibTransId="{9BF3E625-B82A-43F8-8745-7714C509CDC0}"/>
    <dgm:cxn modelId="{1BB44AB6-5969-4807-9A3A-5BD341EF5972}" type="presOf" srcId="{0401594F-405B-4DF6-99EC-50C968EC6A78}" destId="{B2AEB60E-8ECF-4A5F-9291-C472E6569CD1}" srcOrd="0" destOrd="7" presId="urn:microsoft.com/office/officeart/2005/8/layout/hList1"/>
    <dgm:cxn modelId="{90C264C5-E760-4B23-BF48-25A187197DCD}" srcId="{19E83559-34F7-442C-B8DF-D3C2270CD4AC}" destId="{9F8FEE17-A48A-4E93-9E13-8558DEFD2323}" srcOrd="2" destOrd="0" parTransId="{30441A14-0044-47BA-BA75-9FD517E36287}" sibTransId="{247872A8-AB6B-4E7A-9915-21BAA9532B9C}"/>
    <dgm:cxn modelId="{2C9B2EC9-24BD-4A4F-97D7-5EA6FE059863}" type="presOf" srcId="{28BC6519-9EC8-4E03-8AE8-C29946D8722A}" destId="{B2AEB60E-8ECF-4A5F-9291-C472E6569CD1}" srcOrd="0" destOrd="9" presId="urn:microsoft.com/office/officeart/2005/8/layout/hList1"/>
    <dgm:cxn modelId="{06B413CB-E7AE-4DC0-BAAC-1874D5F53807}" srcId="{5025EA72-4A52-4436-ADEA-69835CE98AA5}" destId="{939AC59B-F022-4A96-9ACA-1149547D0316}" srcOrd="8" destOrd="0" parTransId="{CC1BA1C2-35BB-4544-BDE7-E6A9F4D25705}" sibTransId="{F3109B5F-619F-4050-B346-5AA081872D57}"/>
    <dgm:cxn modelId="{6CC147CC-0F28-4596-90A1-62A488D9E0F0}" type="presOf" srcId="{6CB5A8EB-2585-4D82-8C34-35A20DF4009F}" destId="{B2AEB60E-8ECF-4A5F-9291-C472E6569CD1}" srcOrd="0" destOrd="1" presId="urn:microsoft.com/office/officeart/2005/8/layout/hList1"/>
    <dgm:cxn modelId="{E001BDCE-8F6B-4E03-AD7A-4314A8E75EEA}" srcId="{AF905958-7C8D-45A6-8386-C3654065C341}" destId="{112020B3-DE9A-4B1F-9D2F-F1D75A931ECF}" srcOrd="1" destOrd="0" parTransId="{ECFCC3EE-0F20-443C-800B-FAAEB89E2BF5}" sibTransId="{CCDFFFDE-1B9B-4D7E-9845-E7D3629B560D}"/>
    <dgm:cxn modelId="{DC4364D0-9013-4FEC-86DB-5430FEC01DE1}" srcId="{5025EA72-4A52-4436-ADEA-69835CE98AA5}" destId="{8B2B773A-2EDA-46F5-81C8-1AE4177E6773}" srcOrd="0" destOrd="0" parTransId="{985DC3B8-5E88-469C-8E6A-3C5E340E6876}" sibTransId="{9D0313D0-25BE-4B94-B53B-6E1B392C0D89}"/>
    <dgm:cxn modelId="{1AEBABD4-0802-485F-AFE6-67D5D86E3FAD}" type="presOf" srcId="{CCE742E9-91F1-4C8F-97F4-C217742934BD}" destId="{3FAE97EE-50D1-4EC4-B7D5-8B3971E1DACE}" srcOrd="0" destOrd="0" presId="urn:microsoft.com/office/officeart/2005/8/layout/hList1"/>
    <dgm:cxn modelId="{BA9E89DB-3ED6-479C-81D4-11EFD05583B2}" type="presOf" srcId="{AF905958-7C8D-45A6-8386-C3654065C341}" destId="{3FAE97EE-50D1-4EC4-B7D5-8B3971E1DACE}" srcOrd="0" destOrd="1" presId="urn:microsoft.com/office/officeart/2005/8/layout/hList1"/>
    <dgm:cxn modelId="{3C0063E6-93C2-4713-982A-E095360303F1}" srcId="{5025EA72-4A52-4436-ADEA-69835CE98AA5}" destId="{6529CEEC-03D5-4059-BA31-51A3E69538A9}" srcOrd="4" destOrd="0" parTransId="{2C3409AE-B12E-4C8A-A532-48838CED520B}" sibTransId="{9281A917-0265-4F4F-B0FA-2153A3D96941}"/>
    <dgm:cxn modelId="{4532F5EF-12F0-4C45-AF6F-600D88D7F5A0}" type="presOf" srcId="{939AC59B-F022-4A96-9ACA-1149547D0316}" destId="{B2AEB60E-8ECF-4A5F-9291-C472E6569CD1}" srcOrd="0" destOrd="8" presId="urn:microsoft.com/office/officeart/2005/8/layout/hList1"/>
    <dgm:cxn modelId="{4D06FAF0-5A57-4AB2-B4C5-33F9F3775EF0}" srcId="{AF905958-7C8D-45A6-8386-C3654065C341}" destId="{E074F931-27DC-49B9-ADA5-DEB9BC622C67}" srcOrd="2" destOrd="0" parTransId="{374214DC-AD77-4CF8-BDC0-13928C9CDF41}" sibTransId="{05B0B9B2-551E-4614-957E-D172EF4998D8}"/>
    <dgm:cxn modelId="{8607B0FB-C3AC-486B-AC33-7E2744413BFB}" type="presOf" srcId="{3FDFF236-63C2-4C01-BC2B-FD77D70E6507}" destId="{B2AEB60E-8ECF-4A5F-9291-C472E6569CD1}" srcOrd="0" destOrd="6" presId="urn:microsoft.com/office/officeart/2005/8/layout/hList1"/>
    <dgm:cxn modelId="{A254531C-6393-4DAA-AD24-0FD59A9DD3CF}" type="presParOf" srcId="{FFA2F66A-56E6-41C5-8CCE-D46497780A5D}" destId="{8DE05DB0-F1A7-47D4-A9DF-2A2F9E33A6E1}" srcOrd="0" destOrd="0" presId="urn:microsoft.com/office/officeart/2005/8/layout/hList1"/>
    <dgm:cxn modelId="{94CB6365-4F4C-4A7F-A2C9-582AB3A58B72}" type="presParOf" srcId="{8DE05DB0-F1A7-47D4-A9DF-2A2F9E33A6E1}" destId="{8941BEF9-D4A8-480D-9204-37F2C9AAFC43}" srcOrd="0" destOrd="0" presId="urn:microsoft.com/office/officeart/2005/8/layout/hList1"/>
    <dgm:cxn modelId="{726BE536-2BFC-40B9-94CE-2631BF52ECCE}" type="presParOf" srcId="{8DE05DB0-F1A7-47D4-A9DF-2A2F9E33A6E1}" destId="{3FAE97EE-50D1-4EC4-B7D5-8B3971E1DACE}" srcOrd="1" destOrd="0" presId="urn:microsoft.com/office/officeart/2005/8/layout/hList1"/>
    <dgm:cxn modelId="{6B30B7FD-4902-43BE-8F8B-FB84D91DEEA3}" type="presParOf" srcId="{FFA2F66A-56E6-41C5-8CCE-D46497780A5D}" destId="{B565ACA9-B066-4EAD-940A-ABB7D5D8FFCC}" srcOrd="1" destOrd="0" presId="urn:microsoft.com/office/officeart/2005/8/layout/hList1"/>
    <dgm:cxn modelId="{F62BBC01-7AD9-4750-BA2D-9EBCF50BF0BA}" type="presParOf" srcId="{FFA2F66A-56E6-41C5-8CCE-D46497780A5D}" destId="{6E27A8C8-8E95-4A0F-A820-B9B51048B0C8}" srcOrd="2" destOrd="0" presId="urn:microsoft.com/office/officeart/2005/8/layout/hList1"/>
    <dgm:cxn modelId="{55407EA6-00DB-4829-8A95-463A0FB07BCD}" type="presParOf" srcId="{6E27A8C8-8E95-4A0F-A820-B9B51048B0C8}" destId="{751242FF-6C82-4AB1-B01B-5BD2890FF23B}" srcOrd="0" destOrd="0" presId="urn:microsoft.com/office/officeart/2005/8/layout/hList1"/>
    <dgm:cxn modelId="{93004927-4D28-4BE1-9746-D54FE220A116}" type="presParOf" srcId="{6E27A8C8-8E95-4A0F-A820-B9B51048B0C8}" destId="{B2AEB60E-8ECF-4A5F-9291-C472E6569C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99074F-BE79-47DC-B54D-9FEE40CD471A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 xml:space="preserve">
        <a:bodyPr/>
        <a:lstStyle/>
        <a:p>
          <a:endParaRPr lang="en-GB"/>
        </a:p>
      </dgm:t>
    </dgm:pt>
    <dgm:pt modelId="{A2D4DFCF-3D5F-40C5-AE24-0C039064C8C0}">
      <dgm:prSet phldrT="[Text]" custT="1"/>
      <dgm:spPr/>
      <dgm:t xml:space="preserve">
        <a:bodyPr/>
        <a:lstStyle/>
        <a:p>
          <a:r>
            <a:rPr lang="en-GB" sz="2400" dirty="0"/>
            <a:t>Breach Notification</a:t>
          </a:r>
        </a:p>
      </dgm:t>
    </dgm:pt>
    <dgm:pt modelId="{FCE711F1-4114-44A7-8326-ED28A41A7755}" type="parTrans" cxnId="{0A7554AE-CC07-4474-9797-39EC2B216557}">
      <dgm:prSet/>
      <dgm:spPr/>
      <dgm:t xml:space="preserve">
        <a:bodyPr/>
        <a:lstStyle/>
        <a:p>
          <a:endParaRPr lang="en-GB"/>
        </a:p>
      </dgm:t>
    </dgm:pt>
    <dgm:pt modelId="{AC8EE32B-03F2-4EF5-B2D9-8544B9A57101}" type="sibTrans" cxnId="{0A7554AE-CC07-4474-9797-39EC2B216557}">
      <dgm:prSet/>
      <dgm:spPr/>
      <dgm:t xml:space="preserve">
        <a:bodyPr/>
        <a:lstStyle/>
        <a:p>
          <a:endParaRPr lang="en-GB"/>
        </a:p>
      </dgm:t>
    </dgm:pt>
    <dgm:pt modelId="{C2FD1B7E-3216-4C9B-96F4-5E51071247FE}">
      <dgm:prSet phldrT="[Text]" custT="1"/>
      <dgm:spPr/>
      <dgm:t xml:space="preserve">
        <a:bodyPr/>
        <a:lstStyle/>
        <a:p>
          <a:r>
            <a:rPr lang="en-US" sz="1500" dirty="0"/>
            <a:t>Report on data breaches within 60 days of discovery (for large breaches) or 60 days of the end of the calendar year (for small breaches)</a:t>
          </a:r>
          <a:endParaRPr lang="en-GB" sz="1500" dirty="0"/>
        </a:p>
      </dgm:t>
    </dgm:pt>
    <dgm:pt modelId="{1D27D296-E179-424B-BF12-5A2A2C3DC5A0}" type="parTrans" cxnId="{9AC80874-E0AD-401A-98BD-51054AF86AA5}">
      <dgm:prSet/>
      <dgm:spPr/>
      <dgm:t xml:space="preserve">
        <a:bodyPr/>
        <a:lstStyle/>
        <a:p>
          <a:endParaRPr lang="en-GB"/>
        </a:p>
      </dgm:t>
    </dgm:pt>
    <dgm:pt modelId="{8796CE36-7201-4A08-8B2D-EE20E289E4A7}" type="sibTrans" cxnId="{9AC80874-E0AD-401A-98BD-51054AF86AA5}">
      <dgm:prSet/>
      <dgm:spPr/>
      <dgm:t xml:space="preserve">
        <a:bodyPr/>
        <a:lstStyle/>
        <a:p>
          <a:endParaRPr lang="en-GB"/>
        </a:p>
      </dgm:t>
    </dgm:pt>
    <dgm:pt modelId="{FDE5C9E1-B923-4D3D-AD00-8470658F9CFC}">
      <dgm:prSet custT="1"/>
      <dgm:spPr/>
      <dgm:t xml:space="preserve">
        <a:bodyPr/>
        <a:lstStyle/>
        <a:p>
          <a:r>
            <a:rPr lang="en-GB" sz="1500" dirty="0"/>
            <a:t>Regulating bodies</a:t>
          </a:r>
        </a:p>
      </dgm:t>
    </dgm:pt>
    <dgm:pt modelId="{BB444B42-1B5D-4CAC-9B8E-154B5145D3F0}" type="parTrans" cxnId="{733C9132-9F35-4DD9-BDB3-16B2CDD8416A}">
      <dgm:prSet/>
      <dgm:spPr/>
      <dgm:t xml:space="preserve">
        <a:bodyPr/>
        <a:lstStyle/>
        <a:p>
          <a:endParaRPr lang="en-GB"/>
        </a:p>
      </dgm:t>
    </dgm:pt>
    <dgm:pt modelId="{98BE6632-92E1-4DAC-A0D8-99AE20D1EDB3}" type="sibTrans" cxnId="{733C9132-9F35-4DD9-BDB3-16B2CDD8416A}">
      <dgm:prSet/>
      <dgm:spPr/>
      <dgm:t xml:space="preserve">
        <a:bodyPr/>
        <a:lstStyle/>
        <a:p>
          <a:endParaRPr lang="en-GB"/>
        </a:p>
      </dgm:t>
    </dgm:pt>
    <dgm:pt modelId="{2D393DD9-CFA6-4407-A231-92E97308D3FF}">
      <dgm:prSet custT="1"/>
      <dgm:spPr/>
      <dgm:t xml:space="preserve">
        <a:bodyPr/>
        <a:lstStyle/>
        <a:p>
          <a:r>
            <a:rPr lang="en-GB" sz="1500" dirty="0"/>
            <a:t>All impacted individuals</a:t>
          </a:r>
        </a:p>
      </dgm:t>
    </dgm:pt>
    <dgm:pt modelId="{ED259DC9-18F7-4CD6-8B82-778AC5372D51}" type="parTrans" cxnId="{DA548574-FF26-46EA-A1E3-1640B71B7F65}">
      <dgm:prSet/>
      <dgm:spPr/>
      <dgm:t xml:space="preserve">
        <a:bodyPr/>
        <a:lstStyle/>
        <a:p>
          <a:endParaRPr lang="en-GB"/>
        </a:p>
      </dgm:t>
    </dgm:pt>
    <dgm:pt modelId="{56B3B30A-1C95-4E12-BB95-89AEF85A23CB}" type="sibTrans" cxnId="{DA548574-FF26-46EA-A1E3-1640B71B7F65}">
      <dgm:prSet/>
      <dgm:spPr/>
      <dgm:t xml:space="preserve">
        <a:bodyPr/>
        <a:lstStyle/>
        <a:p>
          <a:endParaRPr lang="en-GB"/>
        </a:p>
      </dgm:t>
    </dgm:pt>
    <dgm:pt modelId="{4CC7F264-8AC0-4B8F-A07D-C2979FF93864}">
      <dgm:prSet custT="1"/>
      <dgm:spPr/>
      <dgm:t xml:space="preserve">
        <a:bodyPr/>
        <a:lstStyle/>
        <a:p>
          <a:r>
            <a:rPr lang="en-US" sz="1500" dirty="0"/>
            <a:t xml:space="preserve">In large breaches, the media			</a:t>
          </a:r>
          <a:endParaRPr lang="en-GB" sz="1500" dirty="0"/>
        </a:p>
      </dgm:t>
    </dgm:pt>
    <dgm:pt modelId="{9B8B7F1E-1110-4CC4-A984-E71B30E432CF}" type="parTrans" cxnId="{EE90C0FE-63D6-48CA-81AB-076242935997}">
      <dgm:prSet/>
      <dgm:spPr/>
      <dgm:t xml:space="preserve">
        <a:bodyPr/>
        <a:lstStyle/>
        <a:p>
          <a:endParaRPr lang="en-GB"/>
        </a:p>
      </dgm:t>
    </dgm:pt>
    <dgm:pt modelId="{69C24396-1F5E-4A2E-BD83-FA9209E161D6}" type="sibTrans" cxnId="{EE90C0FE-63D6-48CA-81AB-076242935997}">
      <dgm:prSet/>
      <dgm:spPr/>
      <dgm:t xml:space="preserve">
        <a:bodyPr/>
        <a:lstStyle/>
        <a:p>
          <a:endParaRPr lang="en-GB"/>
        </a:p>
      </dgm:t>
    </dgm:pt>
    <dgm:pt modelId="{A6214010-614E-4F4F-A85D-92AD636C79DD}" type="pres">
      <dgm:prSet presAssocID="{EE99074F-BE79-47DC-B54D-9FEE40CD471A}" presName="Name0" presStyleCnt="0">
        <dgm:presLayoutVars>
          <dgm:dir/>
          <dgm:animLvl val="lvl"/>
          <dgm:resizeHandles val="exact"/>
        </dgm:presLayoutVars>
      </dgm:prSet>
      <dgm:spPr/>
    </dgm:pt>
    <dgm:pt modelId="{525F3C90-50E4-405B-BD09-9FF3F9FAE352}" type="pres">
      <dgm:prSet presAssocID="{A2D4DFCF-3D5F-40C5-AE24-0C039064C8C0}" presName="composite" presStyleCnt="0"/>
      <dgm:spPr/>
    </dgm:pt>
    <dgm:pt modelId="{31120B70-3C7C-4F16-9073-CBBD5AB8C7CE}" type="pres">
      <dgm:prSet presAssocID="{A2D4DFCF-3D5F-40C5-AE24-0C039064C8C0}" presName="parTx" presStyleLbl="alignNode1" presStyleIdx="0" presStyleCnt="1" custScaleY="100000" custLinFactNeighborY="-35398">
        <dgm:presLayoutVars>
          <dgm:chMax val="0"/>
          <dgm:chPref val="0"/>
          <dgm:bulletEnabled val="1"/>
        </dgm:presLayoutVars>
      </dgm:prSet>
      <dgm:spPr/>
    </dgm:pt>
    <dgm:pt modelId="{3D4F2ECA-C532-48B0-9118-7E121EC46D4E}" type="pres">
      <dgm:prSet presAssocID="{A2D4DFCF-3D5F-40C5-AE24-0C039064C8C0}" presName="desTx" presStyleLbl="alignAccFollowNode1" presStyleIdx="0" presStyleCnt="1" custScaleY="140491" custLinFactNeighborX="608" custLinFactNeighborY="25894">
        <dgm:presLayoutVars>
          <dgm:bulletEnabled val="1"/>
        </dgm:presLayoutVars>
      </dgm:prSet>
      <dgm:spPr/>
    </dgm:pt>
  </dgm:ptLst>
  <dgm:cxnLst>
    <dgm:cxn modelId="{D5018C03-FCE6-401C-B502-D8C6AB86EDE8}" type="presOf" srcId="{C2FD1B7E-3216-4C9B-96F4-5E51071247FE}" destId="{3D4F2ECA-C532-48B0-9118-7E121EC46D4E}" srcOrd="0" destOrd="0" presId="urn:microsoft.com/office/officeart/2005/8/layout/hList1"/>
    <dgm:cxn modelId="{80C25D2D-D384-44B1-8620-A7550ECF7B44}" type="presOf" srcId="{4CC7F264-8AC0-4B8F-A07D-C2979FF93864}" destId="{3D4F2ECA-C532-48B0-9118-7E121EC46D4E}" srcOrd="0" destOrd="3" presId="urn:microsoft.com/office/officeart/2005/8/layout/hList1"/>
    <dgm:cxn modelId="{733C9132-9F35-4DD9-BDB3-16B2CDD8416A}" srcId="{A2D4DFCF-3D5F-40C5-AE24-0C039064C8C0}" destId="{FDE5C9E1-B923-4D3D-AD00-8470658F9CFC}" srcOrd="1" destOrd="0" parTransId="{BB444B42-1B5D-4CAC-9B8E-154B5145D3F0}" sibTransId="{98BE6632-92E1-4DAC-A0D8-99AE20D1EDB3}"/>
    <dgm:cxn modelId="{1CDCEE48-BB7F-4703-9BD0-30C431EB6312}" type="presOf" srcId="{2D393DD9-CFA6-4407-A231-92E97308D3FF}" destId="{3D4F2ECA-C532-48B0-9118-7E121EC46D4E}" srcOrd="0" destOrd="2" presId="urn:microsoft.com/office/officeart/2005/8/layout/hList1"/>
    <dgm:cxn modelId="{9AC80874-E0AD-401A-98BD-51054AF86AA5}" srcId="{A2D4DFCF-3D5F-40C5-AE24-0C039064C8C0}" destId="{C2FD1B7E-3216-4C9B-96F4-5E51071247FE}" srcOrd="0" destOrd="0" parTransId="{1D27D296-E179-424B-BF12-5A2A2C3DC5A0}" sibTransId="{8796CE36-7201-4A08-8B2D-EE20E289E4A7}"/>
    <dgm:cxn modelId="{75660A74-A60C-47D1-8C13-D3662CDFDE4B}" type="presOf" srcId="{A2D4DFCF-3D5F-40C5-AE24-0C039064C8C0}" destId="{31120B70-3C7C-4F16-9073-CBBD5AB8C7CE}" srcOrd="0" destOrd="0" presId="urn:microsoft.com/office/officeart/2005/8/layout/hList1"/>
    <dgm:cxn modelId="{DA548574-FF26-46EA-A1E3-1640B71B7F65}" srcId="{A2D4DFCF-3D5F-40C5-AE24-0C039064C8C0}" destId="{2D393DD9-CFA6-4407-A231-92E97308D3FF}" srcOrd="2" destOrd="0" parTransId="{ED259DC9-18F7-4CD6-8B82-778AC5372D51}" sibTransId="{56B3B30A-1C95-4E12-BB95-89AEF85A23CB}"/>
    <dgm:cxn modelId="{0A7554AE-CC07-4474-9797-39EC2B216557}" srcId="{EE99074F-BE79-47DC-B54D-9FEE40CD471A}" destId="{A2D4DFCF-3D5F-40C5-AE24-0C039064C8C0}" srcOrd="0" destOrd="0" parTransId="{FCE711F1-4114-44A7-8326-ED28A41A7755}" sibTransId="{AC8EE32B-03F2-4EF5-B2D9-8544B9A57101}"/>
    <dgm:cxn modelId="{72101ED4-DA55-495F-98EC-9BE9BD6582E6}" type="presOf" srcId="{FDE5C9E1-B923-4D3D-AD00-8470658F9CFC}" destId="{3D4F2ECA-C532-48B0-9118-7E121EC46D4E}" srcOrd="0" destOrd="1" presId="urn:microsoft.com/office/officeart/2005/8/layout/hList1"/>
    <dgm:cxn modelId="{A6BA67FE-D7B6-4333-8DCF-CC7CC5112411}" type="presOf" srcId="{EE99074F-BE79-47DC-B54D-9FEE40CD471A}" destId="{A6214010-614E-4F4F-A85D-92AD636C79DD}" srcOrd="0" destOrd="0" presId="urn:microsoft.com/office/officeart/2005/8/layout/hList1"/>
    <dgm:cxn modelId="{EE90C0FE-63D6-48CA-81AB-076242935997}" srcId="{A2D4DFCF-3D5F-40C5-AE24-0C039064C8C0}" destId="{4CC7F264-8AC0-4B8F-A07D-C2979FF93864}" srcOrd="3" destOrd="0" parTransId="{9B8B7F1E-1110-4CC4-A984-E71B30E432CF}" sibTransId="{69C24396-1F5E-4A2E-BD83-FA9209E161D6}"/>
    <dgm:cxn modelId="{19DA1E55-8805-4C84-9EFA-E80C81F4795B}" type="presParOf" srcId="{A6214010-614E-4F4F-A85D-92AD636C79DD}" destId="{525F3C90-50E4-405B-BD09-9FF3F9FAE352}" srcOrd="0" destOrd="0" presId="urn:microsoft.com/office/officeart/2005/8/layout/hList1"/>
    <dgm:cxn modelId="{84970883-7714-46C6-9A35-563D2E55E4B7}" type="presParOf" srcId="{525F3C90-50E4-405B-BD09-9FF3F9FAE352}" destId="{31120B70-3C7C-4F16-9073-CBBD5AB8C7CE}" srcOrd="0" destOrd="0" presId="urn:microsoft.com/office/officeart/2005/8/layout/hList1"/>
    <dgm:cxn modelId="{B04B5D5F-D846-4447-955C-843C2C3B167E}" type="presParOf" srcId="{525F3C90-50E4-405B-BD09-9FF3F9FAE352}" destId="{3D4F2ECA-C532-48B0-9118-7E121EC46D4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8B783A-4A8C-4BD3-BF18-DFD8E1ACC4E5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 xml:space="preserve">
        <a:bodyPr/>
        <a:lstStyle/>
        <a:p>
          <a:endParaRPr lang="en-GB"/>
        </a:p>
      </dgm:t>
    </dgm:pt>
    <dgm:pt modelId="{62CE71DF-F2D6-4CF9-B9F4-FCAA2AF7A718}">
      <dgm:prSet phldrT="[Text]"/>
      <dgm:spPr/>
      <dgm:t xml:space="preserve">
        <a:bodyPr/>
        <a:lstStyle/>
        <a:p>
          <a:r>
            <a:rPr lang="en-GB" dirty="0"/>
            <a:t>Employee Training &amp; Awareness</a:t>
          </a:r>
        </a:p>
      </dgm:t>
    </dgm:pt>
    <dgm:pt modelId="{71B08341-FD75-4CD5-BF69-403FBAC8255F}" type="parTrans" cxnId="{15A54EBD-52F7-4A46-A0EE-3B4A10E38066}">
      <dgm:prSet/>
      <dgm:spPr/>
      <dgm:t xml:space="preserve">
        <a:bodyPr/>
        <a:lstStyle/>
        <a:p>
          <a:endParaRPr lang="en-GB"/>
        </a:p>
      </dgm:t>
    </dgm:pt>
    <dgm:pt modelId="{904AC09C-C3A6-4A1B-9959-935FFE01140A}" type="sibTrans" cxnId="{15A54EBD-52F7-4A46-A0EE-3B4A10E38066}">
      <dgm:prSet/>
      <dgm:spPr/>
      <dgm:t xml:space="preserve">
        <a:bodyPr/>
        <a:lstStyle/>
        <a:p>
          <a:endParaRPr lang="en-GB"/>
        </a:p>
      </dgm:t>
    </dgm:pt>
    <dgm:pt modelId="{64AA3E26-B1A2-4D50-9CAA-788FC2B453B7}">
      <dgm:prSet phldrT="[Text]"/>
      <dgm:spPr/>
      <dgm:t xml:space="preserve">
        <a:bodyPr/>
        <a:lstStyle/>
        <a:p>
          <a:r>
            <a:rPr lang="en-GB" dirty="0">
              <a:latin typeface="Arial"/>
            </a:rPr>
            <a:t>Telemedicine &amp; Remote work</a:t>
          </a:r>
          <a:endParaRPr lang="en-GB" dirty="0"/>
        </a:p>
      </dgm:t>
    </dgm:pt>
    <dgm:pt modelId="{5CAA254A-AC9F-4B97-96D7-17419D014C51}" type="parTrans" cxnId="{D43893C4-7F60-4A1C-A15B-E1D8F1E0C11A}">
      <dgm:prSet/>
      <dgm:spPr/>
      <dgm:t xml:space="preserve">
        <a:bodyPr/>
        <a:lstStyle/>
        <a:p>
          <a:endParaRPr lang="en-GB"/>
        </a:p>
      </dgm:t>
    </dgm:pt>
    <dgm:pt modelId="{5AFC9CE4-0161-4FEE-9FF2-57F89392CF00}" type="sibTrans" cxnId="{D43893C4-7F60-4A1C-A15B-E1D8F1E0C11A}">
      <dgm:prSet/>
      <dgm:spPr/>
      <dgm:t xml:space="preserve">
        <a:bodyPr/>
        <a:lstStyle/>
        <a:p>
          <a:endParaRPr lang="en-GB"/>
        </a:p>
      </dgm:t>
    </dgm:pt>
    <dgm:pt modelId="{1C55514E-11B0-44B4-B43A-517D458AD70F}">
      <dgm:prSet phldrT="[Text]"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Require VPN usage when connecting to any network outside the organization’s secure environment</a:t>
          </a:r>
          <a:endParaRPr lang="en-GB" dirty="0"/>
        </a:p>
      </dgm:t>
    </dgm:pt>
    <dgm:pt modelId="{670EA3E3-C97D-4E40-9799-F946BA4CD46F}" type="parTrans" cxnId="{C049ACA8-55D2-4991-8D6E-E36E007274A0}">
      <dgm:prSet/>
      <dgm:spPr/>
      <dgm:t xml:space="preserve">
        <a:bodyPr/>
        <a:lstStyle/>
        <a:p>
          <a:endParaRPr lang="en-GB"/>
        </a:p>
      </dgm:t>
    </dgm:pt>
    <dgm:pt modelId="{01D6D644-A7AD-4EAB-99AB-A327C6BF367F}" type="sibTrans" cxnId="{C049ACA8-55D2-4991-8D6E-E36E007274A0}">
      <dgm:prSet/>
      <dgm:spPr/>
      <dgm:t xml:space="preserve">
        <a:bodyPr/>
        <a:lstStyle/>
        <a:p>
          <a:endParaRPr lang="en-GB"/>
        </a:p>
      </dgm:t>
    </dgm:pt>
    <dgm:pt modelId="{8FC6C49F-63E4-4349-8AA5-F8AAEA1BA260}">
      <dgm:prSet phldrT="[Text]"/>
      <dgm:spPr/>
      <dgm:t xml:space="preserve">
        <a:bodyPr/>
        <a:lstStyle/>
        <a:p>
          <a:r>
            <a:rPr lang="en-GB" dirty="0">
              <a:latin typeface="Calibri"/>
              <a:ea typeface="Calibri"/>
              <a:cs typeface="Calibri"/>
            </a:rPr>
            <a:t>Risk Assessment and Management</a:t>
          </a:r>
          <a:endParaRPr lang="en-GB" dirty="0"/>
        </a:p>
      </dgm:t>
    </dgm:pt>
    <dgm:pt modelId="{8C9E5187-9F54-4141-B3B7-2DFEE0F1DA0F}" type="parTrans" cxnId="{AFC1676A-4D75-4F00-B508-3E4615C16A18}">
      <dgm:prSet/>
      <dgm:spPr/>
      <dgm:t xml:space="preserve">
        <a:bodyPr/>
        <a:lstStyle/>
        <a:p>
          <a:endParaRPr lang="en-GB"/>
        </a:p>
      </dgm:t>
    </dgm:pt>
    <dgm:pt modelId="{C9EBDED3-7CCB-4BB2-A563-1A22D11B39B3}" type="sibTrans" cxnId="{AFC1676A-4D75-4F00-B508-3E4615C16A18}">
      <dgm:prSet/>
      <dgm:spPr/>
      <dgm:t xml:space="preserve">
        <a:bodyPr/>
        <a:lstStyle/>
        <a:p>
          <a:endParaRPr lang="en-GB"/>
        </a:p>
      </dgm:t>
    </dgm:pt>
    <dgm:pt modelId="{03D87224-06F8-461A-B2AC-9B3A043EBFBD}">
      <dgm:prSet phldrT="[Text]"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b="0" i="0" dirty="0">
              <a:effectLst/>
              <a:latin typeface="+mn-lt"/>
            </a:rPr>
            <a:t>Perform comprehensive security risk assessments at least annually</a:t>
          </a:r>
          <a:endParaRPr lang="en-GB" sz="1300" dirty="0">
            <a:latin typeface="+mn-lt"/>
          </a:endParaRPr>
        </a:p>
      </dgm:t>
    </dgm:pt>
    <dgm:pt modelId="{772A6835-6B30-4947-8CB0-0BB04A9D7917}" type="parTrans" cxnId="{34B03EE9-5FF4-4C90-97F1-408A2177F6DE}">
      <dgm:prSet/>
      <dgm:spPr/>
      <dgm:t xml:space="preserve">
        <a:bodyPr/>
        <a:lstStyle/>
        <a:p>
          <a:endParaRPr lang="en-GB"/>
        </a:p>
      </dgm:t>
    </dgm:pt>
    <dgm:pt modelId="{23BD4861-2E01-4AD8-B46B-D8F0FFB2850C}" type="sibTrans" cxnId="{34B03EE9-5FF4-4C90-97F1-408A2177F6DE}">
      <dgm:prSet/>
      <dgm:spPr/>
      <dgm:t xml:space="preserve">
        <a:bodyPr/>
        <a:lstStyle/>
        <a:p>
          <a:endParaRPr lang="en-GB"/>
        </a:p>
      </dgm:t>
    </dgm:pt>
    <dgm:pt modelId="{EF19DE51-64E2-400C-A100-017894E9CDE3}">
      <dgm:prSet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b="0" i="0" dirty="0">
              <a:effectLst/>
              <a:latin typeface="+mn-lt"/>
            </a:rPr>
            <a:t>Document all identified vulnerabilities and develop mitigation plans</a:t>
          </a:r>
        </a:p>
      </dgm:t>
    </dgm:pt>
    <dgm:pt modelId="{6C322B5C-B3D1-4B0B-881F-7991C9CF3310}" type="parTrans" cxnId="{2AA6D328-559A-474F-9C72-13A928B171D6}">
      <dgm:prSet/>
      <dgm:spPr/>
      <dgm:t xml:space="preserve">
        <a:bodyPr/>
        <a:lstStyle/>
        <a:p>
          <a:endParaRPr lang="en-GB"/>
        </a:p>
      </dgm:t>
    </dgm:pt>
    <dgm:pt modelId="{D4491DD5-2909-45A4-85B7-D84438B28078}" type="sibTrans" cxnId="{2AA6D328-559A-474F-9C72-13A928B171D6}">
      <dgm:prSet/>
      <dgm:spPr/>
      <dgm:t xml:space="preserve">
        <a:bodyPr/>
        <a:lstStyle/>
        <a:p>
          <a:endParaRPr lang="en-GB"/>
        </a:p>
      </dgm:t>
    </dgm:pt>
    <dgm:pt modelId="{7DA764CA-51EB-498C-9D7F-D1BF2AC50DB2}">
      <dgm:prSet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b="0" i="0" dirty="0">
              <a:effectLst/>
              <a:latin typeface="+mn-lt"/>
            </a:rPr>
            <a:t>Test systems through penetration testing and vulnerability scanning</a:t>
          </a:r>
        </a:p>
      </dgm:t>
    </dgm:pt>
    <dgm:pt modelId="{6CEAC96F-3A72-45AC-B028-0D989618C69D}" type="parTrans" cxnId="{EB7B4632-3F64-49D4-B47A-74B7E5CADC31}">
      <dgm:prSet/>
      <dgm:spPr/>
      <dgm:t xml:space="preserve">
        <a:bodyPr/>
        <a:lstStyle/>
        <a:p>
          <a:endParaRPr lang="en-GB"/>
        </a:p>
      </dgm:t>
    </dgm:pt>
    <dgm:pt modelId="{0320C2B4-49AF-42E5-8B61-60D61A0686F4}" type="sibTrans" cxnId="{EB7B4632-3F64-49D4-B47A-74B7E5CADC31}">
      <dgm:prSet/>
      <dgm:spPr/>
      <dgm:t xml:space="preserve">
        <a:bodyPr/>
        <a:lstStyle/>
        <a:p>
          <a:endParaRPr lang="en-GB"/>
        </a:p>
      </dgm:t>
    </dgm:pt>
    <dgm:pt modelId="{E94A5273-FB0B-4E69-B95D-71E04628C06B}">
      <dgm:prSet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b="0" i="0" dirty="0">
              <a:effectLst/>
              <a:latin typeface="+mn-lt"/>
            </a:rPr>
            <a:t>Update security measures based on assessment findings</a:t>
          </a:r>
        </a:p>
      </dgm:t>
    </dgm:pt>
    <dgm:pt modelId="{BB9F1548-3ABC-4EF6-A20B-4E1933BABA6B}" type="parTrans" cxnId="{80007C3F-F0F4-470C-B77A-6D49E8D3BF67}">
      <dgm:prSet/>
      <dgm:spPr/>
      <dgm:t xml:space="preserve">
        <a:bodyPr/>
        <a:lstStyle/>
        <a:p>
          <a:endParaRPr lang="en-GB"/>
        </a:p>
      </dgm:t>
    </dgm:pt>
    <dgm:pt modelId="{E2A49E46-891F-46CC-9548-15BA183F6CC3}" type="sibTrans" cxnId="{80007C3F-F0F4-470C-B77A-6D49E8D3BF67}">
      <dgm:prSet/>
      <dgm:spPr/>
      <dgm:t xml:space="preserve">
        <a:bodyPr/>
        <a:lstStyle/>
        <a:p>
          <a:endParaRPr lang="en-GB"/>
        </a:p>
      </dgm:t>
    </dgm:pt>
    <dgm:pt modelId="{CC6F9C18-77C7-430B-9D63-58609A7306CF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Implement containerization to separate work and personal data on devices</a:t>
          </a:r>
        </a:p>
      </dgm:t>
    </dgm:pt>
    <dgm:pt modelId="{A8861CCE-29CC-4859-A8B8-AEE80B8F8F9F}" type="parTrans" cxnId="{44C7232B-CC10-401B-96DA-4489D1D1F20C}">
      <dgm:prSet/>
      <dgm:spPr/>
      <dgm:t xml:space="preserve">
        <a:bodyPr/>
        <a:lstStyle/>
        <a:p>
          <a:endParaRPr lang="en-GB"/>
        </a:p>
      </dgm:t>
    </dgm:pt>
    <dgm:pt modelId="{4EB632F7-F09B-49C8-9B82-DE9646281A2D}" type="sibTrans" cxnId="{44C7232B-CC10-401B-96DA-4489D1D1F20C}">
      <dgm:prSet/>
      <dgm:spPr/>
      <dgm:t xml:space="preserve">
        <a:bodyPr/>
        <a:lstStyle/>
        <a:p>
          <a:endParaRPr lang="en-GB"/>
        </a:p>
      </dgm:t>
    </dgm:pt>
    <dgm:pt modelId="{CB779573-902D-4816-8DFF-1DF3E532FCCA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Provide secure, HIPAA-compliant messaging, Tele-health platforms and documentation apps.</a:t>
          </a:r>
        </a:p>
      </dgm:t>
    </dgm:pt>
    <dgm:pt modelId="{9FA169EC-390D-441C-B656-63F9DED521EE}" type="parTrans" cxnId="{B240D0B8-F94E-4E45-934C-855D9F3E7E26}">
      <dgm:prSet/>
      <dgm:spPr/>
      <dgm:t xml:space="preserve">
        <a:bodyPr/>
        <a:lstStyle/>
        <a:p>
          <a:endParaRPr lang="en-GB"/>
        </a:p>
      </dgm:t>
    </dgm:pt>
    <dgm:pt modelId="{C3029CED-139C-427E-9B87-6EB8D90E460E}" type="sibTrans" cxnId="{B240D0B8-F94E-4E45-934C-855D9F3E7E26}">
      <dgm:prSet/>
      <dgm:spPr/>
      <dgm:t xml:space="preserve">
        <a:bodyPr/>
        <a:lstStyle/>
        <a:p>
          <a:endParaRPr lang="en-GB"/>
        </a:p>
      </dgm:t>
    </dgm:pt>
    <dgm:pt modelId="{F7934775-F939-40F6-89B1-1FF3F623083B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Conduct specialized training for home healthcare staff that addresses the unique security challenges they face in non-clinical environments</a:t>
          </a:r>
        </a:p>
      </dgm:t>
    </dgm:pt>
    <dgm:pt modelId="{3CB34DBF-30FD-4A0E-B46A-8633F99891B5}" type="parTrans" cxnId="{66FDDF59-2300-432D-BF7B-868F30178ACD}">
      <dgm:prSet/>
      <dgm:spPr/>
      <dgm:t xml:space="preserve">
        <a:bodyPr/>
        <a:lstStyle/>
        <a:p>
          <a:endParaRPr lang="en-GB"/>
        </a:p>
      </dgm:t>
    </dgm:pt>
    <dgm:pt modelId="{6FCAD028-30CB-4C04-A9B7-43BCD7EF6C1A}" type="sibTrans" cxnId="{66FDDF59-2300-432D-BF7B-868F30178ACD}">
      <dgm:prSet/>
      <dgm:spPr/>
      <dgm:t xml:space="preserve">
        <a:bodyPr/>
        <a:lstStyle/>
        <a:p>
          <a:endParaRPr lang="en-GB"/>
        </a:p>
      </dgm:t>
    </dgm:pt>
    <dgm:pt modelId="{AA9EBE3F-AB87-4C9C-9EFC-BE8499D00E0D}">
      <dgm:prSet phldrT="[Text]"/>
      <dgm:spPr/>
      <dgm:t xml:space="preserve">
        <a:bodyPr/>
        <a:lstStyle/>
        <a:p>
          <a:r>
            <a:rPr lang="en-US" b="0" i="0" dirty="0"/>
            <a:t>Conduct regular security awareness training for all employees</a:t>
          </a:r>
          <a:endParaRPr lang="en-GB" dirty="0"/>
        </a:p>
      </dgm:t>
    </dgm:pt>
    <dgm:pt modelId="{AB0E858E-BBC1-4102-8E12-87EBAD46F5BD}" type="sibTrans" cxnId="{5448982A-531D-4587-A060-06E6F4B7BDB5}">
      <dgm:prSet/>
      <dgm:spPr/>
      <dgm:t xml:space="preserve">
        <a:bodyPr/>
        <a:lstStyle/>
        <a:p>
          <a:endParaRPr lang="en-GB"/>
        </a:p>
      </dgm:t>
    </dgm:pt>
    <dgm:pt modelId="{088ADDB9-9CBB-4F7D-B089-6D907D8BA86C}" type="parTrans" cxnId="{5448982A-531D-4587-A060-06E6F4B7BDB5}">
      <dgm:prSet/>
      <dgm:spPr/>
      <dgm:t xml:space="preserve">
        <a:bodyPr/>
        <a:lstStyle/>
        <a:p>
          <a:endParaRPr lang="en-GB"/>
        </a:p>
      </dgm:t>
    </dgm:pt>
    <dgm:pt modelId="{65169E40-66DC-4B02-B552-6462F73D6F3E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Teach staff to identify phishing attempts and social engineering</a:t>
          </a:r>
        </a:p>
      </dgm:t>
    </dgm:pt>
    <dgm:pt modelId="{5D3295E1-3B6B-4D43-AC3C-89E89BBC0B19}" type="parTrans" cxnId="{E18F1427-8E43-492B-AB79-1F0A190364B6}">
      <dgm:prSet/>
      <dgm:spPr/>
      <dgm:t xml:space="preserve">
        <a:bodyPr/>
        <a:lstStyle/>
        <a:p>
          <a:endParaRPr lang="en-GB"/>
        </a:p>
      </dgm:t>
    </dgm:pt>
    <dgm:pt modelId="{30946C13-AD5C-4922-A0FC-1E65E1A40DF2}" type="sibTrans" cxnId="{E18F1427-8E43-492B-AB79-1F0A190364B6}">
      <dgm:prSet/>
      <dgm:spPr/>
      <dgm:t xml:space="preserve">
        <a:bodyPr/>
        <a:lstStyle/>
        <a:p>
          <a:endParaRPr lang="en-GB"/>
        </a:p>
      </dgm:t>
    </dgm:pt>
    <dgm:pt modelId="{56081B58-E6F6-4747-B067-D688B088787F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Implement policies for proper handling of patient information and reporting potential breaches promptly.</a:t>
          </a:r>
        </a:p>
      </dgm:t>
    </dgm:pt>
    <dgm:pt modelId="{515A315F-7B5C-4C24-9255-DD5E178A1B2D}" type="parTrans" cxnId="{80080AFE-BF3D-4FAE-899F-3CD15ABB8551}">
      <dgm:prSet/>
      <dgm:spPr/>
      <dgm:t xml:space="preserve">
        <a:bodyPr/>
        <a:lstStyle/>
        <a:p>
          <a:endParaRPr lang="en-GB"/>
        </a:p>
      </dgm:t>
    </dgm:pt>
    <dgm:pt modelId="{0522E977-BFAD-411E-93EA-FDE635B33997}" type="sibTrans" cxnId="{80080AFE-BF3D-4FAE-899F-3CD15ABB8551}">
      <dgm:prSet/>
      <dgm:spPr/>
      <dgm:t xml:space="preserve">
        <a:bodyPr/>
        <a:lstStyle/>
        <a:p>
          <a:endParaRPr lang="en-GB"/>
        </a:p>
      </dgm:t>
    </dgm:pt>
    <dgm:pt modelId="{D8D7B2F0-5EA9-414E-9B5C-28474D0BB841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Create a culture of security consciousness</a:t>
          </a:r>
        </a:p>
      </dgm:t>
    </dgm:pt>
    <dgm:pt modelId="{100995AC-3261-4075-8EC3-D7AA7C00A96C}" type="parTrans" cxnId="{B45DF733-0469-4B25-8E61-91A6CDC7767F}">
      <dgm:prSet/>
      <dgm:spPr/>
      <dgm:t xml:space="preserve">
        <a:bodyPr/>
        <a:lstStyle/>
        <a:p>
          <a:endParaRPr lang="en-GB"/>
        </a:p>
      </dgm:t>
    </dgm:pt>
    <dgm:pt modelId="{5F179F30-D2FC-4130-8D8E-DEEA800DB0AF}" type="sibTrans" cxnId="{B45DF733-0469-4B25-8E61-91A6CDC7767F}">
      <dgm:prSet/>
      <dgm:spPr/>
      <dgm:t xml:space="preserve">
        <a:bodyPr/>
        <a:lstStyle/>
        <a:p>
          <a:endParaRPr lang="en-GB"/>
        </a:p>
      </dgm:t>
    </dgm:pt>
    <dgm:pt modelId="{8EDDFBCF-7DA9-41B5-8870-67B81F74EDE3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Evaluate AI-powered security monitoring tools</a:t>
          </a:r>
        </a:p>
      </dgm:t>
    </dgm:pt>
    <dgm:pt modelId="{CADE35BD-2FCC-4019-983F-193F976F3132}" type="parTrans" cxnId="{BC3F7454-C3E4-4193-8B14-252338BD7598}">
      <dgm:prSet/>
      <dgm:spPr/>
      <dgm:t xml:space="preserve">
        <a:bodyPr/>
        <a:lstStyle/>
        <a:p>
          <a:endParaRPr lang="en-GB"/>
        </a:p>
      </dgm:t>
    </dgm:pt>
    <dgm:pt modelId="{B95FDEC2-3DBA-41AC-BEB7-A18634F13F48}" type="sibTrans" cxnId="{BC3F7454-C3E4-4193-8B14-252338BD7598}">
      <dgm:prSet/>
      <dgm:spPr/>
      <dgm:t xml:space="preserve">
        <a:bodyPr/>
        <a:lstStyle/>
        <a:p>
          <a:endParaRPr lang="en-GB"/>
        </a:p>
      </dgm:t>
    </dgm:pt>
    <dgm:pt modelId="{E72CCA44-B44B-4188-8443-3200FDED084C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/>
            <a:t>Implement blockchain for secure health information exchange</a:t>
          </a:r>
        </a:p>
      </dgm:t>
    </dgm:pt>
    <dgm:pt modelId="{3607A7A7-7D95-4AF5-B3AA-6EC9014C1650}" type="parTrans" cxnId="{BD18D503-97BE-4385-AD49-1E10FC765224}">
      <dgm:prSet/>
      <dgm:spPr/>
      <dgm:t xml:space="preserve">
        <a:bodyPr/>
        <a:lstStyle/>
        <a:p>
          <a:endParaRPr lang="en-GB"/>
        </a:p>
      </dgm:t>
    </dgm:pt>
    <dgm:pt modelId="{82C492FD-71A3-4712-9136-AD094891BF41}" type="sibTrans" cxnId="{BD18D503-97BE-4385-AD49-1E10FC765224}">
      <dgm:prSet/>
      <dgm:spPr/>
      <dgm:t xml:space="preserve">
        <a:bodyPr/>
        <a:lstStyle/>
        <a:p>
          <a:endParaRPr lang="en-GB"/>
        </a:p>
      </dgm:t>
    </dgm:pt>
    <dgm:pt modelId="{7D5EF175-9D4C-4549-BD97-A274F09D7A45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0" i="0"/>
            <a:t>Develop security protocols for telehealth platforms</a:t>
          </a:r>
        </a:p>
      </dgm:t>
    </dgm:pt>
    <dgm:pt modelId="{E857E72E-E743-44D5-8CB0-E71C943FF9D9}" type="parTrans" cxnId="{B9ED538C-5191-4687-8B8F-78DFA9F51EC4}">
      <dgm:prSet/>
      <dgm:spPr/>
      <dgm:t xml:space="preserve">
        <a:bodyPr/>
        <a:lstStyle/>
        <a:p>
          <a:endParaRPr lang="en-GB"/>
        </a:p>
      </dgm:t>
    </dgm:pt>
    <dgm:pt modelId="{F76BF793-DAC8-406B-A100-47173A977C0F}" type="sibTrans" cxnId="{B9ED538C-5191-4687-8B8F-78DFA9F51EC4}">
      <dgm:prSet/>
      <dgm:spPr/>
      <dgm:t xml:space="preserve">
        <a:bodyPr/>
        <a:lstStyle/>
        <a:p>
          <a:endParaRPr lang="en-GB"/>
        </a:p>
      </dgm:t>
    </dgm:pt>
    <dgm:pt modelId="{5A0AE200-EC2B-4661-BC41-E9DC7F30F218}">
      <dgm:prSet/>
      <dgm:spPr/>
      <dgm:t xml:space="preserve"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GB" b="0" i="0" dirty="0"/>
            <a:t>Explore zero-trust security architectures</a:t>
          </a:r>
        </a:p>
      </dgm:t>
    </dgm:pt>
    <dgm:pt modelId="{CA59CE39-6D03-4F85-83EE-013B3D326348}" type="parTrans" cxnId="{6318D74E-C775-4F6D-BAAA-EB5D87EA8E6F}">
      <dgm:prSet/>
      <dgm:spPr/>
      <dgm:t xml:space="preserve">
        <a:bodyPr/>
        <a:lstStyle/>
        <a:p>
          <a:endParaRPr lang="en-GB"/>
        </a:p>
      </dgm:t>
    </dgm:pt>
    <dgm:pt modelId="{307427B2-E818-4018-9331-9591F8A5B1AB}" type="sibTrans" cxnId="{6318D74E-C775-4F6D-BAAA-EB5D87EA8E6F}">
      <dgm:prSet/>
      <dgm:spPr/>
      <dgm:t xml:space="preserve">
        <a:bodyPr/>
        <a:lstStyle/>
        <a:p>
          <a:endParaRPr lang="en-GB"/>
        </a:p>
      </dgm:t>
    </dgm:pt>
    <dgm:pt modelId="{C04DB85D-01C7-4C6F-A0D4-D667283804FD}">
      <dgm:prSet/>
      <dgm:spPr/>
      <dgm:t xml:space="preserve">
        <a:bodyPr/>
        <a:lstStyle/>
        <a:p>
          <a:pPr algn="l">
            <a:buFont typeface="Arial" panose="020B0604020202020204" pitchFamily="34" charset="0"/>
            <a:buNone/>
          </a:pPr>
          <a:endParaRPr lang="en-US" b="0" i="0" dirty="0"/>
        </a:p>
      </dgm:t>
    </dgm:pt>
    <dgm:pt modelId="{53348D7C-E6ED-4B03-9C9B-32E948377A79}" type="parTrans" cxnId="{9BFC9737-7FC8-4A6C-8CEA-7160F885EE58}">
      <dgm:prSet/>
      <dgm:spPr/>
      <dgm:t xml:space="preserve">
        <a:bodyPr/>
        <a:lstStyle/>
        <a:p>
          <a:endParaRPr lang="en-GB"/>
        </a:p>
      </dgm:t>
    </dgm:pt>
    <dgm:pt modelId="{DB6145BA-7730-4959-89C1-8232DF209AE6}" type="sibTrans" cxnId="{9BFC9737-7FC8-4A6C-8CEA-7160F885EE58}">
      <dgm:prSet/>
      <dgm:spPr/>
      <dgm:t xml:space="preserve">
        <a:bodyPr/>
        <a:lstStyle/>
        <a:p>
          <a:endParaRPr lang="en-GB"/>
        </a:p>
      </dgm:t>
    </dgm:pt>
    <dgm:pt modelId="{5B5B3F84-A60E-48DA-BE92-2DEAE318782A}">
      <dgm:prSet/>
      <dgm:spPr/>
      <dgm:t xml:space="preserve">
        <a:bodyPr/>
        <a:lstStyle/>
        <a:p>
          <a:pPr algn="l">
            <a:buFont typeface="Arial" panose="020B0604020202020204" pitchFamily="34" charset="0"/>
            <a:buNone/>
          </a:pPr>
          <a:endParaRPr lang="en-US" b="0" i="0" dirty="0"/>
        </a:p>
      </dgm:t>
    </dgm:pt>
    <dgm:pt modelId="{D0927EB0-3B26-481A-BDF8-CB9385906793}" type="parTrans" cxnId="{509BEC4C-ECF4-4B25-87EA-876635C8549A}">
      <dgm:prSet/>
      <dgm:spPr/>
      <dgm:t xml:space="preserve">
        <a:bodyPr/>
        <a:lstStyle/>
        <a:p>
          <a:endParaRPr lang="en-GB"/>
        </a:p>
      </dgm:t>
    </dgm:pt>
    <dgm:pt modelId="{5803D600-D32B-4B0A-B3E6-913CDBF88AA9}" type="sibTrans" cxnId="{509BEC4C-ECF4-4B25-87EA-876635C8549A}">
      <dgm:prSet/>
      <dgm:spPr/>
      <dgm:t xml:space="preserve">
        <a:bodyPr/>
        <a:lstStyle/>
        <a:p>
          <a:endParaRPr lang="en-GB"/>
        </a:p>
      </dgm:t>
    </dgm:pt>
    <dgm:pt modelId="{0026C3D2-9023-4110-835C-63C6C65E9ECE}">
      <dgm:prSet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endParaRPr lang="en-US" sz="1300" b="0" i="0" dirty="0">
            <a:effectLst/>
            <a:latin typeface="Inter"/>
          </a:endParaRPr>
        </a:p>
      </dgm:t>
    </dgm:pt>
    <dgm:pt modelId="{B68D63D6-C73B-4762-9749-C3816C9D99D1}" type="parTrans" cxnId="{ECC45750-5AAB-4E97-9122-C78CA58C0FCD}">
      <dgm:prSet/>
      <dgm:spPr/>
      <dgm:t xml:space="preserve">
        <a:bodyPr/>
        <a:lstStyle/>
        <a:p>
          <a:endParaRPr lang="en-GB"/>
        </a:p>
      </dgm:t>
    </dgm:pt>
    <dgm:pt modelId="{327B7706-5C00-406F-8DDF-D6739DA43DC0}" type="sibTrans" cxnId="{ECC45750-5AAB-4E97-9122-C78CA58C0FCD}">
      <dgm:prSet/>
      <dgm:spPr/>
      <dgm:t xml:space="preserve">
        <a:bodyPr/>
        <a:lstStyle/>
        <a:p>
          <a:endParaRPr lang="en-GB"/>
        </a:p>
      </dgm:t>
    </dgm:pt>
    <dgm:pt modelId="{BC5E2702-7D41-44EC-8627-DDAB8022F27C}">
      <dgm:prSet custT="1"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None/>
          </a:pPr>
          <a:r>
            <a:rPr lang="en-GB" sz="1200" b="1" dirty="0"/>
            <a:t>Documentation and Audit Preparedness</a:t>
          </a:r>
          <a:endParaRPr lang="en-US" sz="1200" b="1" i="0" dirty="0">
            <a:effectLst/>
            <a:latin typeface="Inter"/>
          </a:endParaRPr>
        </a:p>
      </dgm:t>
    </dgm:pt>
    <dgm:pt modelId="{6CA9C08A-25B0-45A4-9AC5-EED796501B85}" type="parTrans" cxnId="{C55059EC-AFF4-4D4C-9E3D-9F5A717D7F55}">
      <dgm:prSet/>
      <dgm:spPr/>
      <dgm:t xml:space="preserve">
        <a:bodyPr/>
        <a:lstStyle/>
        <a:p>
          <a:endParaRPr lang="en-GB"/>
        </a:p>
      </dgm:t>
    </dgm:pt>
    <dgm:pt modelId="{95F64A79-B543-4AC2-8B4D-49A930404383}" type="sibTrans" cxnId="{C55059EC-AFF4-4D4C-9E3D-9F5A717D7F55}">
      <dgm:prSet/>
      <dgm:spPr/>
      <dgm:t xml:space="preserve">
        <a:bodyPr/>
        <a:lstStyle/>
        <a:p>
          <a:endParaRPr lang="en-GB"/>
        </a:p>
      </dgm:t>
    </dgm:pt>
    <dgm:pt modelId="{FC5D74E1-6F6C-4FB2-8418-DBB289E4AC79}">
      <dgm:prSet/>
      <dgm:spPr>
        <a:ln>
          <a:noFill/>
        </a:ln>
      </dgm:spPr>
      <dgm:t xml:space="preserve">
        <a:bodyPr/>
        <a:lstStyle/>
        <a:p>
          <a:pPr>
            <a:buFont typeface="Arial" panose="020B0604020202020204" pitchFamily="34" charset="0"/>
            <a:buChar char="•"/>
          </a:pPr>
          <a:endParaRPr lang="en-US" sz="1300" b="1" i="0" dirty="0">
            <a:effectLst/>
            <a:latin typeface="Inter"/>
          </a:endParaRPr>
        </a:p>
      </dgm:t>
    </dgm:pt>
    <dgm:pt modelId="{5FB8643D-DA9E-4C56-9C70-B7F1521F1434}" type="parTrans" cxnId="{618F99DB-4765-4AA7-982D-54DB5CA46050}">
      <dgm:prSet/>
      <dgm:spPr/>
      <dgm:t xml:space="preserve">
        <a:bodyPr/>
        <a:lstStyle/>
        <a:p>
          <a:endParaRPr lang="en-GB"/>
        </a:p>
      </dgm:t>
    </dgm:pt>
    <dgm:pt modelId="{2129ADD6-2523-43BD-9FAF-198FE4C17367}" type="sibTrans" cxnId="{618F99DB-4765-4AA7-982D-54DB5CA46050}">
      <dgm:prSet/>
      <dgm:spPr/>
      <dgm:t xml:space="preserve">
        <a:bodyPr/>
        <a:lstStyle/>
        <a:p>
          <a:endParaRPr lang="en-GB"/>
        </a:p>
      </dgm:t>
    </dgm:pt>
    <dgm:pt modelId="{B25F1320-1DEE-448B-9395-25B0DCFDD0B7}">
      <dgm:prSet phldrT="[Text]"/>
      <dgm:spPr/>
      <dgm:t xml:space="preserve">
        <a:bodyPr/>
        <a:lstStyle/>
        <a:p>
          <a:pPr>
            <a:buNone/>
          </a:pPr>
          <a:r>
            <a:rPr lang="en-US" b="0" i="0" dirty="0"/>
            <a:t>To educate staff on HIPAA requirements and best practices for protecting health information and training.</a:t>
          </a:r>
          <a:endParaRPr lang="en-GB" dirty="0"/>
        </a:p>
      </dgm:t>
    </dgm:pt>
    <dgm:pt modelId="{664172F2-20E2-4322-9EBC-3F2B1542EFD0}" type="parTrans" cxnId="{B927CBBC-EDB0-4A1C-AF9B-9A156BB25CFE}">
      <dgm:prSet/>
      <dgm:spPr/>
      <dgm:t xml:space="preserve">
        <a:bodyPr/>
        <a:lstStyle/>
        <a:p>
          <a:endParaRPr lang="en-GB"/>
        </a:p>
      </dgm:t>
    </dgm:pt>
    <dgm:pt modelId="{6BFA9F35-5112-46C6-B6D9-AA125AB5CD03}" type="sibTrans" cxnId="{B927CBBC-EDB0-4A1C-AF9B-9A156BB25CFE}">
      <dgm:prSet/>
      <dgm:spPr/>
      <dgm:t xml:space="preserve">
        <a:bodyPr/>
        <a:lstStyle/>
        <a:p>
          <a:endParaRPr lang="en-GB"/>
        </a:p>
      </dgm:t>
    </dgm:pt>
    <dgm:pt modelId="{23A887EF-28EB-4540-BCC5-C5801C063C68}">
      <dgm:prSet phldrT="[Text]"/>
      <dgm:spPr/>
      <dgm:t xml:space="preserve">
        <a:bodyPr/>
        <a:lstStyle/>
        <a:p>
          <a:pPr>
            <a:buNone/>
          </a:pPr>
          <a:r>
            <a:rPr lang="en-GB" dirty="0"/>
            <a:t xml:space="preserve">Steps include: </a:t>
          </a:r>
        </a:p>
      </dgm:t>
    </dgm:pt>
    <dgm:pt modelId="{47E62AD4-E271-4DF2-86F2-95F0B7F28BA5}" type="parTrans" cxnId="{5D2B9A64-40FC-45C8-9EFC-55684A05E10F}">
      <dgm:prSet/>
      <dgm:spPr/>
      <dgm:t xml:space="preserve">
        <a:bodyPr/>
        <a:lstStyle/>
        <a:p>
          <a:endParaRPr lang="en-GB"/>
        </a:p>
      </dgm:t>
    </dgm:pt>
    <dgm:pt modelId="{6EA5C683-0A2B-4FC7-A66B-914B04B6141F}" type="sibTrans" cxnId="{5D2B9A64-40FC-45C8-9EFC-55684A05E10F}">
      <dgm:prSet/>
      <dgm:spPr/>
      <dgm:t xml:space="preserve">
        <a:bodyPr/>
        <a:lstStyle/>
        <a:p>
          <a:endParaRPr lang="en-GB"/>
        </a:p>
      </dgm:t>
    </dgm:pt>
    <dgm:pt modelId="{12E9F610-DD97-4C64-92D3-8E5802410B90}">
      <dgm:prSet/>
      <dgm:spPr>
        <a:ln>
          <a:noFill/>
        </a:ln>
      </dgm:spPr>
      <dgm:t xml:space="preserve">
        <a:bodyPr/>
        <a:lstStyle/>
        <a:p>
          <a:r>
            <a:rPr lang="en-GB" sz="1300" b="0" dirty="0"/>
            <a:t>Comprehensive Documentation</a:t>
          </a:r>
          <a:endParaRPr lang="en-US" sz="1300" b="0" i="0" dirty="0">
            <a:effectLst/>
            <a:latin typeface="Inter"/>
          </a:endParaRPr>
        </a:p>
      </dgm:t>
    </dgm:pt>
    <dgm:pt modelId="{637FD51F-FD22-42D5-9027-195160A3AAB2}" type="parTrans" cxnId="{FFB49906-473B-4893-92DF-154FA5FCA291}">
      <dgm:prSet/>
      <dgm:spPr/>
      <dgm:t xml:space="preserve">
        <a:bodyPr/>
        <a:lstStyle/>
        <a:p>
          <a:endParaRPr lang="en-GB"/>
        </a:p>
      </dgm:t>
    </dgm:pt>
    <dgm:pt modelId="{6B7AFF11-83AC-4180-B1D5-A9E57BD4A61E}" type="sibTrans" cxnId="{FFB49906-473B-4893-92DF-154FA5FCA291}">
      <dgm:prSet/>
      <dgm:spPr/>
      <dgm:t xml:space="preserve">
        <a:bodyPr/>
        <a:lstStyle/>
        <a:p>
          <a:endParaRPr lang="en-GB"/>
        </a:p>
      </dgm:t>
    </dgm:pt>
    <dgm:pt modelId="{3241CC03-358F-4AE2-8E5A-1884806974DD}">
      <dgm:prSet/>
      <dgm:spPr>
        <a:ln>
          <a:noFill/>
        </a:ln>
      </dgm:spPr>
      <dgm:t xml:space="preserve">
        <a:bodyPr/>
        <a:lstStyle/>
        <a:p>
          <a:r>
            <a:rPr lang="en-GB" sz="1300" b="0" dirty="0"/>
            <a:t>Audit Preparedness</a:t>
          </a:r>
          <a:endParaRPr lang="en-US" sz="1300" b="0" i="0" dirty="0">
            <a:effectLst/>
            <a:latin typeface="Inter"/>
          </a:endParaRPr>
        </a:p>
      </dgm:t>
    </dgm:pt>
    <dgm:pt modelId="{A9F496DE-D3AF-4EDE-9168-FD1444E48851}" type="parTrans" cxnId="{01EFAA90-0458-4119-8B28-DC208C2A4E8B}">
      <dgm:prSet/>
      <dgm:spPr/>
      <dgm:t xml:space="preserve">
        <a:bodyPr/>
        <a:lstStyle/>
        <a:p>
          <a:endParaRPr lang="en-GB"/>
        </a:p>
      </dgm:t>
    </dgm:pt>
    <dgm:pt modelId="{FE627F03-176E-4485-B92A-F49D363ABA66}" type="sibTrans" cxnId="{01EFAA90-0458-4119-8B28-DC208C2A4E8B}">
      <dgm:prSet/>
      <dgm:spPr/>
      <dgm:t xml:space="preserve">
        <a:bodyPr/>
        <a:lstStyle/>
        <a:p>
          <a:endParaRPr lang="en-GB"/>
        </a:p>
      </dgm:t>
    </dgm:pt>
    <dgm:pt modelId="{E9D295CA-30C7-457E-956F-5F5CEC4BA68D}">
      <dgm:prSet/>
      <dgm:spPr>
        <a:ln>
          <a:noFill/>
        </a:ln>
      </dgm:spPr>
      <dgm:t xml:space="preserve">
        <a:bodyPr/>
        <a:lstStyle/>
        <a:p>
          <a:endParaRPr lang="en-US" sz="1300" b="1" i="0" dirty="0">
            <a:effectLst/>
            <a:latin typeface="Inter"/>
          </a:endParaRPr>
        </a:p>
      </dgm:t>
    </dgm:pt>
    <dgm:pt modelId="{F738660A-EAF3-4C3D-AB61-16C675753CFC}" type="parTrans" cxnId="{2EA5376A-2A35-4B32-885B-557234600907}">
      <dgm:prSet/>
      <dgm:spPr/>
      <dgm:t xml:space="preserve">
        <a:bodyPr/>
        <a:lstStyle/>
        <a:p>
          <a:endParaRPr lang="en-GB"/>
        </a:p>
      </dgm:t>
    </dgm:pt>
    <dgm:pt modelId="{47FDCCC3-010C-4282-8302-FC877BCA59C6}" type="sibTrans" cxnId="{2EA5376A-2A35-4B32-885B-557234600907}">
      <dgm:prSet/>
      <dgm:spPr/>
      <dgm:t xml:space="preserve">
        <a:bodyPr/>
        <a:lstStyle/>
        <a:p>
          <a:endParaRPr lang="en-GB"/>
        </a:p>
      </dgm:t>
    </dgm:pt>
    <dgm:pt modelId="{45B311AF-17AD-4728-A243-B0A74A098CA0}">
      <dgm:prSet/>
      <dgm:spPr>
        <a:ln>
          <a:noFill/>
        </a:ln>
      </dgm:spPr>
      <dgm:t xml:space="preserve">
        <a:bodyPr/>
        <a:lstStyle/>
        <a:p>
          <a:r>
            <a:rPr lang="en-US" sz="1300" b="0" dirty="0"/>
            <a:t>Regular Policy Review and Updates</a:t>
          </a:r>
          <a:endParaRPr lang="en-US" sz="1300" b="0" i="0" dirty="0">
            <a:effectLst/>
            <a:latin typeface="Inter"/>
          </a:endParaRPr>
        </a:p>
      </dgm:t>
    </dgm:pt>
    <dgm:pt modelId="{F65BD738-DCA8-4BA2-B21C-5C708CE5A820}" type="parTrans" cxnId="{872CD943-93EB-4648-A8AA-4A4B6F5EA03C}">
      <dgm:prSet/>
      <dgm:spPr/>
      <dgm:t xml:space="preserve">
        <a:bodyPr/>
        <a:lstStyle/>
        <a:p>
          <a:endParaRPr lang="en-GB"/>
        </a:p>
      </dgm:t>
    </dgm:pt>
    <dgm:pt modelId="{9AAD3F58-5D67-49F3-A784-4604FED51A3E}" type="sibTrans" cxnId="{872CD943-93EB-4648-A8AA-4A4B6F5EA03C}">
      <dgm:prSet/>
      <dgm:spPr/>
      <dgm:t xml:space="preserve">
        <a:bodyPr/>
        <a:lstStyle/>
        <a:p>
          <a:endParaRPr lang="en-GB"/>
        </a:p>
      </dgm:t>
    </dgm:pt>
    <dgm:pt modelId="{1972C062-E960-49E7-86D3-237AC26F0616}">
      <dgm:prSet/>
      <dgm:spPr/>
      <dgm:t xml:space="preserve">
        <a:bodyPr/>
        <a:lstStyle/>
        <a:p>
          <a:pPr algn="ctr">
            <a:buFont typeface="Arial" panose="020B0604020202020204" pitchFamily="34" charset="0"/>
            <a:buNone/>
          </a:pPr>
          <a:r>
            <a:rPr lang="en-US" b="1" i="0" dirty="0">
              <a:solidFill>
                <a:schemeClr val="tx1"/>
              </a:solidFill>
            </a:rPr>
            <a:t>Interoperability Requirements</a:t>
          </a:r>
        </a:p>
      </dgm:t>
    </dgm:pt>
    <dgm:pt modelId="{567FB473-D05D-4DB2-9F7E-26F8D45F8E3D}" type="sibTrans" cxnId="{AF73B6A4-DE8A-4F58-8E59-523ED9F8B933}">
      <dgm:prSet/>
      <dgm:spPr/>
      <dgm:t xml:space="preserve">
        <a:bodyPr/>
        <a:lstStyle/>
        <a:p>
          <a:endParaRPr lang="en-GB"/>
        </a:p>
      </dgm:t>
    </dgm:pt>
    <dgm:pt modelId="{2535A562-0EF2-42E3-9F90-80BE4981417D}" type="parTrans" cxnId="{AF73B6A4-DE8A-4F58-8E59-523ED9F8B933}">
      <dgm:prSet/>
      <dgm:spPr/>
      <dgm:t xml:space="preserve">
        <a:bodyPr/>
        <a:lstStyle/>
        <a:p>
          <a:endParaRPr lang="en-GB"/>
        </a:p>
      </dgm:t>
    </dgm:pt>
    <dgm:pt modelId="{9F92BDFD-6417-4D2A-BAC5-D39A4AA79675}" type="pres">
      <dgm:prSet presAssocID="{9E8B783A-4A8C-4BD3-BF18-DFD8E1ACC4E5}" presName="Name0" presStyleCnt="0">
        <dgm:presLayoutVars>
          <dgm:dir/>
          <dgm:animLvl val="lvl"/>
          <dgm:resizeHandles val="exact"/>
        </dgm:presLayoutVars>
      </dgm:prSet>
      <dgm:spPr/>
    </dgm:pt>
    <dgm:pt modelId="{0799CC73-79F8-4B7D-9131-EEE7C132D26D}" type="pres">
      <dgm:prSet presAssocID="{62CE71DF-F2D6-4CF9-B9F4-FCAA2AF7A718}" presName="composite" presStyleCnt="0"/>
      <dgm:spPr/>
    </dgm:pt>
    <dgm:pt modelId="{4988D064-593F-4EE7-AE9F-85D70DB434D3}" type="pres">
      <dgm:prSet presAssocID="{62CE71DF-F2D6-4CF9-B9F4-FCAA2AF7A71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ACC1E9E-E873-430F-A1A0-ED6A82593631}" type="pres">
      <dgm:prSet presAssocID="{62CE71DF-F2D6-4CF9-B9F4-FCAA2AF7A718}" presName="desTx" presStyleLbl="alignAccFollowNode1" presStyleIdx="0" presStyleCnt="3">
        <dgm:presLayoutVars>
          <dgm:bulletEnabled val="1"/>
        </dgm:presLayoutVars>
      </dgm:prSet>
      <dgm:spPr/>
    </dgm:pt>
    <dgm:pt modelId="{E986567F-73C6-4831-AAD2-76FC8DE5DF06}" type="pres">
      <dgm:prSet presAssocID="{904AC09C-C3A6-4A1B-9959-935FFE01140A}" presName="space" presStyleCnt="0"/>
      <dgm:spPr/>
    </dgm:pt>
    <dgm:pt modelId="{7A9EA523-5205-4F62-9D22-459F7BE09391}" type="pres">
      <dgm:prSet presAssocID="{64AA3E26-B1A2-4D50-9CAA-788FC2B453B7}" presName="composite" presStyleCnt="0"/>
      <dgm:spPr/>
    </dgm:pt>
    <dgm:pt modelId="{4DECE0C3-4CFB-4CCD-B39E-934B7A2628E4}" type="pres">
      <dgm:prSet presAssocID="{64AA3E26-B1A2-4D50-9CAA-788FC2B453B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A645B84-104A-492C-A4C7-16C564588B9C}" type="pres">
      <dgm:prSet presAssocID="{64AA3E26-B1A2-4D50-9CAA-788FC2B453B7}" presName="desTx" presStyleLbl="alignAccFollowNode1" presStyleIdx="1" presStyleCnt="3">
        <dgm:presLayoutVars>
          <dgm:bulletEnabled val="1"/>
        </dgm:presLayoutVars>
      </dgm:prSet>
      <dgm:spPr/>
    </dgm:pt>
    <dgm:pt modelId="{73DF9AC4-3ECA-4B9C-AC15-32F9433B305A}" type="pres">
      <dgm:prSet presAssocID="{5AFC9CE4-0161-4FEE-9FF2-57F89392CF00}" presName="space" presStyleCnt="0"/>
      <dgm:spPr/>
    </dgm:pt>
    <dgm:pt modelId="{2FED823B-B41A-407F-AB74-8A8DF17051F1}" type="pres">
      <dgm:prSet presAssocID="{8FC6C49F-63E4-4349-8AA5-F8AAEA1BA260}" presName="composite" presStyleCnt="0"/>
      <dgm:spPr/>
    </dgm:pt>
    <dgm:pt modelId="{EA3B89E7-B85E-4318-9147-A80A7EE52D64}" type="pres">
      <dgm:prSet presAssocID="{8FC6C49F-63E4-4349-8AA5-F8AAEA1BA26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A5E9637-3989-4A11-99F9-7D01DC486568}" type="pres">
      <dgm:prSet presAssocID="{8FC6C49F-63E4-4349-8AA5-F8AAEA1BA26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B36A602-7638-4882-8894-341922341F61}" type="presOf" srcId="{5B5B3F84-A60E-48DA-BE92-2DEAE318782A}" destId="{8A645B84-104A-492C-A4C7-16C564588B9C}" srcOrd="0" destOrd="4" presId="urn:microsoft.com/office/officeart/2005/8/layout/hList1"/>
    <dgm:cxn modelId="{BD18D503-97BE-4385-AD49-1E10FC765224}" srcId="{64AA3E26-B1A2-4D50-9CAA-788FC2B453B7}" destId="{E72CCA44-B44B-4188-8443-3200FDED084C}" srcOrd="8" destOrd="0" parTransId="{3607A7A7-7D95-4AF5-B3AA-6EC9014C1650}" sibTransId="{82C492FD-71A3-4712-9136-AD094891BF41}"/>
    <dgm:cxn modelId="{90998805-1596-4DE8-9189-612C1D2C1275}" type="presOf" srcId="{5A0AE200-EC2B-4661-BC41-E9DC7F30F218}" destId="{8A645B84-104A-492C-A4C7-16C564588B9C}" srcOrd="0" destOrd="10" presId="urn:microsoft.com/office/officeart/2005/8/layout/hList1"/>
    <dgm:cxn modelId="{FFB49906-473B-4893-92DF-154FA5FCA291}" srcId="{8FC6C49F-63E4-4349-8AA5-F8AAEA1BA260}" destId="{12E9F610-DD97-4C64-92D3-8E5802410B90}" srcOrd="6" destOrd="0" parTransId="{637FD51F-FD22-42D5-9027-195160A3AAB2}" sibTransId="{6B7AFF11-83AC-4180-B1D5-A9E57BD4A61E}"/>
    <dgm:cxn modelId="{6EFC5B0E-4420-4FBE-A60E-A48E3C9563EF}" type="presOf" srcId="{8EDDFBCF-7DA9-41B5-8870-67B81F74EDE3}" destId="{8A645B84-104A-492C-A4C7-16C564588B9C}" srcOrd="0" destOrd="7" presId="urn:microsoft.com/office/officeart/2005/8/layout/hList1"/>
    <dgm:cxn modelId="{B9C13312-21D6-4B92-B5CD-BCDC53840584}" type="presOf" srcId="{9E8B783A-4A8C-4BD3-BF18-DFD8E1ACC4E5}" destId="{9F92BDFD-6417-4D2A-BAC5-D39A4AA79675}" srcOrd="0" destOrd="0" presId="urn:microsoft.com/office/officeart/2005/8/layout/hList1"/>
    <dgm:cxn modelId="{9CC54113-167C-49FA-9767-1B507A47CB3B}" type="presOf" srcId="{45B311AF-17AD-4728-A243-B0A74A098CA0}" destId="{1A5E9637-3989-4A11-99F9-7D01DC486568}" srcOrd="0" destOrd="8" presId="urn:microsoft.com/office/officeart/2005/8/layout/hList1"/>
    <dgm:cxn modelId="{E419D613-6E88-4BE8-8878-AF226197A71A}" type="presOf" srcId="{AA9EBE3F-AB87-4C9C-9EFC-BE8499D00E0D}" destId="{3ACC1E9E-E873-430F-A1A0-ED6A82593631}" srcOrd="0" destOrd="2" presId="urn:microsoft.com/office/officeart/2005/8/layout/hList1"/>
    <dgm:cxn modelId="{DD6ADF21-A75D-42AD-8DEB-237C9C62EAB3}" type="presOf" srcId="{CB779573-902D-4816-8DFF-1DF3E532FCCA}" destId="{8A645B84-104A-492C-A4C7-16C564588B9C}" srcOrd="0" destOrd="2" presId="urn:microsoft.com/office/officeart/2005/8/layout/hList1"/>
    <dgm:cxn modelId="{E18F1427-8E43-492B-AB79-1F0A190364B6}" srcId="{62CE71DF-F2D6-4CF9-B9F4-FCAA2AF7A718}" destId="{65169E40-66DC-4B02-B552-6462F73D6F3E}" srcOrd="3" destOrd="0" parTransId="{5D3295E1-3B6B-4D43-AC3C-89E89BBC0B19}" sibTransId="{30946C13-AD5C-4922-A0FC-1E65E1A40DF2}"/>
    <dgm:cxn modelId="{2AA6D328-559A-474F-9C72-13A928B171D6}" srcId="{8FC6C49F-63E4-4349-8AA5-F8AAEA1BA260}" destId="{EF19DE51-64E2-400C-A100-017894E9CDE3}" srcOrd="1" destOrd="0" parTransId="{6C322B5C-B3D1-4B0B-881F-7991C9CF3310}" sibTransId="{D4491DD5-2909-45A4-85B7-D84438B28078}"/>
    <dgm:cxn modelId="{5448982A-531D-4587-A060-06E6F4B7BDB5}" srcId="{62CE71DF-F2D6-4CF9-B9F4-FCAA2AF7A718}" destId="{AA9EBE3F-AB87-4C9C-9EFC-BE8499D00E0D}" srcOrd="2" destOrd="0" parTransId="{088ADDB9-9CBB-4F7D-B089-6D907D8BA86C}" sibTransId="{AB0E858E-BBC1-4102-8E12-87EBAD46F5BD}"/>
    <dgm:cxn modelId="{44C7232B-CC10-401B-96DA-4489D1D1F20C}" srcId="{64AA3E26-B1A2-4D50-9CAA-788FC2B453B7}" destId="{CC6F9C18-77C7-430B-9D63-58609A7306CF}" srcOrd="1" destOrd="0" parTransId="{A8861CCE-29CC-4859-A8B8-AEE80B8F8F9F}" sibTransId="{4EB632F7-F09B-49C8-9B82-DE9646281A2D}"/>
    <dgm:cxn modelId="{CACEAC2B-20C5-42D4-8542-E8BB0AF241B9}" type="presOf" srcId="{B25F1320-1DEE-448B-9395-25B0DCFDD0B7}" destId="{3ACC1E9E-E873-430F-A1A0-ED6A82593631}" srcOrd="0" destOrd="0" presId="urn:microsoft.com/office/officeart/2005/8/layout/hList1"/>
    <dgm:cxn modelId="{EB7B4632-3F64-49D4-B47A-74B7E5CADC31}" srcId="{8FC6C49F-63E4-4349-8AA5-F8AAEA1BA260}" destId="{7DA764CA-51EB-498C-9D7F-D1BF2AC50DB2}" srcOrd="2" destOrd="0" parTransId="{6CEAC96F-3A72-45AC-B028-0D989618C69D}" sibTransId="{0320C2B4-49AF-42E5-8B61-60D61A0686F4}"/>
    <dgm:cxn modelId="{B45DF733-0469-4B25-8E61-91A6CDC7767F}" srcId="{62CE71DF-F2D6-4CF9-B9F4-FCAA2AF7A718}" destId="{D8D7B2F0-5EA9-414E-9B5C-28474D0BB841}" srcOrd="5" destOrd="0" parTransId="{100995AC-3261-4075-8EC3-D7AA7C00A96C}" sibTransId="{5F179F30-D2FC-4130-8D8E-DEEA800DB0AF}"/>
    <dgm:cxn modelId="{9BFC9737-7FC8-4A6C-8CEA-7160F885EE58}" srcId="{64AA3E26-B1A2-4D50-9CAA-788FC2B453B7}" destId="{C04DB85D-01C7-4C6F-A0D4-D667283804FD}" srcOrd="6" destOrd="0" parTransId="{53348D7C-E6ED-4B03-9C9B-32E948377A79}" sibTransId="{DB6145BA-7730-4959-89C1-8232DF209AE6}"/>
    <dgm:cxn modelId="{80007C3F-F0F4-470C-B77A-6D49E8D3BF67}" srcId="{8FC6C49F-63E4-4349-8AA5-F8AAEA1BA260}" destId="{E94A5273-FB0B-4E69-B95D-71E04628C06B}" srcOrd="3" destOrd="0" parTransId="{BB9F1548-3ABC-4EF6-A20B-4E1933BABA6B}" sibTransId="{E2A49E46-891F-46CC-9548-15BA183F6CC3}"/>
    <dgm:cxn modelId="{70EB9B5B-824A-4DFA-954A-FB1A1A5C4E57}" type="presOf" srcId="{7DA764CA-51EB-498C-9D7F-D1BF2AC50DB2}" destId="{1A5E9637-3989-4A11-99F9-7D01DC486568}" srcOrd="0" destOrd="2" presId="urn:microsoft.com/office/officeart/2005/8/layout/hList1"/>
    <dgm:cxn modelId="{AC380643-6F2E-446A-A043-A9FF02F9F9F4}" type="presOf" srcId="{E9D295CA-30C7-457E-956F-5F5CEC4BA68D}" destId="{1A5E9637-3989-4A11-99F9-7D01DC486568}" srcOrd="0" destOrd="9" presId="urn:microsoft.com/office/officeart/2005/8/layout/hList1"/>
    <dgm:cxn modelId="{872CD943-93EB-4648-A8AA-4A4B6F5EA03C}" srcId="{8FC6C49F-63E4-4349-8AA5-F8AAEA1BA260}" destId="{45B311AF-17AD-4728-A243-B0A74A098CA0}" srcOrd="8" destOrd="0" parTransId="{F65BD738-DCA8-4BA2-B21C-5C708CE5A820}" sibTransId="{9AAD3F58-5D67-49F3-A784-4604FED51A3E}"/>
    <dgm:cxn modelId="{41F56C64-35C3-4BB5-852B-2283B5750702}" type="presOf" srcId="{64AA3E26-B1A2-4D50-9CAA-788FC2B453B7}" destId="{4DECE0C3-4CFB-4CCD-B39E-934B7A2628E4}" srcOrd="0" destOrd="0" presId="urn:microsoft.com/office/officeart/2005/8/layout/hList1"/>
    <dgm:cxn modelId="{5D2B9A64-40FC-45C8-9EFC-55684A05E10F}" srcId="{62CE71DF-F2D6-4CF9-B9F4-FCAA2AF7A718}" destId="{23A887EF-28EB-4540-BCC5-C5801C063C68}" srcOrd="1" destOrd="0" parTransId="{47E62AD4-E271-4DF2-86F2-95F0B7F28BA5}" sibTransId="{6EA5C683-0A2B-4FC7-A66B-914B04B6141F}"/>
    <dgm:cxn modelId="{2EA5376A-2A35-4B32-885B-557234600907}" srcId="{8FC6C49F-63E4-4349-8AA5-F8AAEA1BA260}" destId="{E9D295CA-30C7-457E-956F-5F5CEC4BA68D}" srcOrd="9" destOrd="0" parTransId="{F738660A-EAF3-4C3D-AB61-16C675753CFC}" sibTransId="{47FDCCC3-010C-4282-8302-FC877BCA59C6}"/>
    <dgm:cxn modelId="{AFC1676A-4D75-4F00-B508-3E4615C16A18}" srcId="{9E8B783A-4A8C-4BD3-BF18-DFD8E1ACC4E5}" destId="{8FC6C49F-63E4-4349-8AA5-F8AAEA1BA260}" srcOrd="2" destOrd="0" parTransId="{8C9E5187-9F54-4141-B3B7-2DFEE0F1DA0F}" sibTransId="{C9EBDED3-7CCB-4BB2-A563-1A22D11B39B3}"/>
    <dgm:cxn modelId="{509BEC4C-ECF4-4B25-87EA-876635C8549A}" srcId="{64AA3E26-B1A2-4D50-9CAA-788FC2B453B7}" destId="{5B5B3F84-A60E-48DA-BE92-2DEAE318782A}" srcOrd="4" destOrd="0" parTransId="{D0927EB0-3B26-481A-BDF8-CB9385906793}" sibTransId="{5803D600-D32B-4B0A-B3E6-913CDBF88AA9}"/>
    <dgm:cxn modelId="{6318D74E-C775-4F6D-BAAA-EB5D87EA8E6F}" srcId="{64AA3E26-B1A2-4D50-9CAA-788FC2B453B7}" destId="{5A0AE200-EC2B-4661-BC41-E9DC7F30F218}" srcOrd="10" destOrd="0" parTransId="{CA59CE39-6D03-4F85-83EE-013B3D326348}" sibTransId="{307427B2-E818-4018-9331-9591F8A5B1AB}"/>
    <dgm:cxn modelId="{ECC45750-5AAB-4E97-9122-C78CA58C0FCD}" srcId="{8FC6C49F-63E4-4349-8AA5-F8AAEA1BA260}" destId="{0026C3D2-9023-4110-835C-63C6C65E9ECE}" srcOrd="4" destOrd="0" parTransId="{B68D63D6-C73B-4762-9749-C3816C9D99D1}" sibTransId="{327B7706-5C00-406F-8DDF-D6739DA43DC0}"/>
    <dgm:cxn modelId="{BC3F7454-C3E4-4193-8B14-252338BD7598}" srcId="{64AA3E26-B1A2-4D50-9CAA-788FC2B453B7}" destId="{8EDDFBCF-7DA9-41B5-8870-67B81F74EDE3}" srcOrd="7" destOrd="0" parTransId="{CADE35BD-2FCC-4019-983F-193F976F3132}" sibTransId="{B95FDEC2-3DBA-41AC-BEB7-A18634F13F48}"/>
    <dgm:cxn modelId="{66FDDF59-2300-432D-BF7B-868F30178ACD}" srcId="{64AA3E26-B1A2-4D50-9CAA-788FC2B453B7}" destId="{F7934775-F939-40F6-89B1-1FF3F623083B}" srcOrd="3" destOrd="0" parTransId="{3CB34DBF-30FD-4A0E-B46A-8633F99891B5}" sibTransId="{6FCAD028-30CB-4C04-A9B7-43BCD7EF6C1A}"/>
    <dgm:cxn modelId="{4FC9217A-BF2C-4253-8207-A2012A305CFB}" type="presOf" srcId="{F7934775-F939-40F6-89B1-1FF3F623083B}" destId="{8A645B84-104A-492C-A4C7-16C564588B9C}" srcOrd="0" destOrd="3" presId="urn:microsoft.com/office/officeart/2005/8/layout/hList1"/>
    <dgm:cxn modelId="{22DB2F7A-1088-4303-A577-CCE3B583CC66}" type="presOf" srcId="{7D5EF175-9D4C-4549-BD97-A274F09D7A45}" destId="{8A645B84-104A-492C-A4C7-16C564588B9C}" srcOrd="0" destOrd="9" presId="urn:microsoft.com/office/officeart/2005/8/layout/hList1"/>
    <dgm:cxn modelId="{DF8B9E7A-A3BC-4F40-ADD8-2EF900C0DFDA}" type="presOf" srcId="{EF19DE51-64E2-400C-A100-017894E9CDE3}" destId="{1A5E9637-3989-4A11-99F9-7D01DC486568}" srcOrd="0" destOrd="1" presId="urn:microsoft.com/office/officeart/2005/8/layout/hList1"/>
    <dgm:cxn modelId="{C71D507D-ADBA-4E3A-92A3-BC399D1AD3E2}" type="presOf" srcId="{8FC6C49F-63E4-4349-8AA5-F8AAEA1BA260}" destId="{EA3B89E7-B85E-4318-9147-A80A7EE52D64}" srcOrd="0" destOrd="0" presId="urn:microsoft.com/office/officeart/2005/8/layout/hList1"/>
    <dgm:cxn modelId="{379F518A-CEEE-46D3-9D24-A1C991CFC527}" type="presOf" srcId="{C04DB85D-01C7-4C6F-A0D4-D667283804FD}" destId="{8A645B84-104A-492C-A4C7-16C564588B9C}" srcOrd="0" destOrd="6" presId="urn:microsoft.com/office/officeart/2005/8/layout/hList1"/>
    <dgm:cxn modelId="{B9ED538C-5191-4687-8B8F-78DFA9F51EC4}" srcId="{64AA3E26-B1A2-4D50-9CAA-788FC2B453B7}" destId="{7D5EF175-9D4C-4549-BD97-A274F09D7A45}" srcOrd="9" destOrd="0" parTransId="{E857E72E-E743-44D5-8CB0-E71C943FF9D9}" sibTransId="{F76BF793-DAC8-406B-A100-47173A977C0F}"/>
    <dgm:cxn modelId="{E4A5548C-D6BD-4272-A435-6814B671D76A}" type="presOf" srcId="{03D87224-06F8-461A-B2AC-9B3A043EBFBD}" destId="{1A5E9637-3989-4A11-99F9-7D01DC486568}" srcOrd="0" destOrd="0" presId="urn:microsoft.com/office/officeart/2005/8/layout/hList1"/>
    <dgm:cxn modelId="{01EFAA90-0458-4119-8B28-DC208C2A4E8B}" srcId="{8FC6C49F-63E4-4349-8AA5-F8AAEA1BA260}" destId="{3241CC03-358F-4AE2-8E5A-1884806974DD}" srcOrd="7" destOrd="0" parTransId="{A9F496DE-D3AF-4EDE-9168-FD1444E48851}" sibTransId="{FE627F03-176E-4485-B92A-F49D363ABA66}"/>
    <dgm:cxn modelId="{6C733E9E-55E7-4D12-8514-FBA7BE887272}" type="presOf" srcId="{BC5E2702-7D41-44EC-8627-DDAB8022F27C}" destId="{1A5E9637-3989-4A11-99F9-7D01DC486568}" srcOrd="0" destOrd="5" presId="urn:microsoft.com/office/officeart/2005/8/layout/hList1"/>
    <dgm:cxn modelId="{40C620A1-C672-4526-8492-11F2A7A5DA83}" type="presOf" srcId="{E72CCA44-B44B-4188-8443-3200FDED084C}" destId="{8A645B84-104A-492C-A4C7-16C564588B9C}" srcOrd="0" destOrd="8" presId="urn:microsoft.com/office/officeart/2005/8/layout/hList1"/>
    <dgm:cxn modelId="{88EBCCA2-B66A-4531-865F-043DF71098BA}" type="presOf" srcId="{0026C3D2-9023-4110-835C-63C6C65E9ECE}" destId="{1A5E9637-3989-4A11-99F9-7D01DC486568}" srcOrd="0" destOrd="4" presId="urn:microsoft.com/office/officeart/2005/8/layout/hList1"/>
    <dgm:cxn modelId="{AF73B6A4-DE8A-4F58-8E59-523ED9F8B933}" srcId="{64AA3E26-B1A2-4D50-9CAA-788FC2B453B7}" destId="{1972C062-E960-49E7-86D3-237AC26F0616}" srcOrd="5" destOrd="0" parTransId="{2535A562-0EF2-42E3-9F90-80BE4981417D}" sibTransId="{567FB473-D05D-4DB2-9F7E-26F8D45F8E3D}"/>
    <dgm:cxn modelId="{B15DCDA4-37DE-430E-B6B2-D618DF46A61D}" type="presOf" srcId="{65169E40-66DC-4B02-B552-6462F73D6F3E}" destId="{3ACC1E9E-E873-430F-A1A0-ED6A82593631}" srcOrd="0" destOrd="3" presId="urn:microsoft.com/office/officeart/2005/8/layout/hList1"/>
    <dgm:cxn modelId="{C049ACA8-55D2-4991-8D6E-E36E007274A0}" srcId="{64AA3E26-B1A2-4D50-9CAA-788FC2B453B7}" destId="{1C55514E-11B0-44B4-B43A-517D458AD70F}" srcOrd="0" destOrd="0" parTransId="{670EA3E3-C97D-4E40-9799-F946BA4CD46F}" sibTransId="{01D6D644-A7AD-4EAB-99AB-A327C6BF367F}"/>
    <dgm:cxn modelId="{AD8016A9-EB37-4D88-9660-A25438381B70}" type="presOf" srcId="{56081B58-E6F6-4747-B067-D688B088787F}" destId="{3ACC1E9E-E873-430F-A1A0-ED6A82593631}" srcOrd="0" destOrd="4" presId="urn:microsoft.com/office/officeart/2005/8/layout/hList1"/>
    <dgm:cxn modelId="{BD74CCAF-8911-4A7E-A1AC-C246EC3C7925}" type="presOf" srcId="{1C55514E-11B0-44B4-B43A-517D458AD70F}" destId="{8A645B84-104A-492C-A4C7-16C564588B9C}" srcOrd="0" destOrd="0" presId="urn:microsoft.com/office/officeart/2005/8/layout/hList1"/>
    <dgm:cxn modelId="{B240D0B8-F94E-4E45-934C-855D9F3E7E26}" srcId="{64AA3E26-B1A2-4D50-9CAA-788FC2B453B7}" destId="{CB779573-902D-4816-8DFF-1DF3E532FCCA}" srcOrd="2" destOrd="0" parTransId="{9FA169EC-390D-441C-B656-63F9DED521EE}" sibTransId="{C3029CED-139C-427E-9B87-6EB8D90E460E}"/>
    <dgm:cxn modelId="{C35EB1BA-7ED6-4207-B76C-27FA26BF8273}" type="presOf" srcId="{E94A5273-FB0B-4E69-B95D-71E04628C06B}" destId="{1A5E9637-3989-4A11-99F9-7D01DC486568}" srcOrd="0" destOrd="3" presId="urn:microsoft.com/office/officeart/2005/8/layout/hList1"/>
    <dgm:cxn modelId="{B927CBBC-EDB0-4A1C-AF9B-9A156BB25CFE}" srcId="{62CE71DF-F2D6-4CF9-B9F4-FCAA2AF7A718}" destId="{B25F1320-1DEE-448B-9395-25B0DCFDD0B7}" srcOrd="0" destOrd="0" parTransId="{664172F2-20E2-4322-9EBC-3F2B1542EFD0}" sibTransId="{6BFA9F35-5112-46C6-B6D9-AA125AB5CD03}"/>
    <dgm:cxn modelId="{15A54EBD-52F7-4A46-A0EE-3B4A10E38066}" srcId="{9E8B783A-4A8C-4BD3-BF18-DFD8E1ACC4E5}" destId="{62CE71DF-F2D6-4CF9-B9F4-FCAA2AF7A718}" srcOrd="0" destOrd="0" parTransId="{71B08341-FD75-4CD5-BF69-403FBAC8255F}" sibTransId="{904AC09C-C3A6-4A1B-9959-935FFE01140A}"/>
    <dgm:cxn modelId="{FC2B42C4-96CD-43D9-BA16-4ADA65343231}" type="presOf" srcId="{1972C062-E960-49E7-86D3-237AC26F0616}" destId="{8A645B84-104A-492C-A4C7-16C564588B9C}" srcOrd="0" destOrd="5" presId="urn:microsoft.com/office/officeart/2005/8/layout/hList1"/>
    <dgm:cxn modelId="{D43893C4-7F60-4A1C-A15B-E1D8F1E0C11A}" srcId="{9E8B783A-4A8C-4BD3-BF18-DFD8E1ACC4E5}" destId="{64AA3E26-B1A2-4D50-9CAA-788FC2B453B7}" srcOrd="1" destOrd="0" parTransId="{5CAA254A-AC9F-4B97-96D7-17419D014C51}" sibTransId="{5AFC9CE4-0161-4FEE-9FF2-57F89392CF00}"/>
    <dgm:cxn modelId="{C65CF2C4-7FD7-4315-9EED-8B99149BD01C}" type="presOf" srcId="{FC5D74E1-6F6C-4FB2-8418-DBB289E4AC79}" destId="{1A5E9637-3989-4A11-99F9-7D01DC486568}" srcOrd="0" destOrd="10" presId="urn:microsoft.com/office/officeart/2005/8/layout/hList1"/>
    <dgm:cxn modelId="{4A84E7C9-743B-481C-8E73-738FE90FA248}" type="presOf" srcId="{12E9F610-DD97-4C64-92D3-8E5802410B90}" destId="{1A5E9637-3989-4A11-99F9-7D01DC486568}" srcOrd="0" destOrd="6" presId="urn:microsoft.com/office/officeart/2005/8/layout/hList1"/>
    <dgm:cxn modelId="{618F99DB-4765-4AA7-982D-54DB5CA46050}" srcId="{8FC6C49F-63E4-4349-8AA5-F8AAEA1BA260}" destId="{FC5D74E1-6F6C-4FB2-8418-DBB289E4AC79}" srcOrd="10" destOrd="0" parTransId="{5FB8643D-DA9E-4C56-9C70-B7F1521F1434}" sibTransId="{2129ADD6-2523-43BD-9FAF-198FE4C17367}"/>
    <dgm:cxn modelId="{019160E4-FB0C-4407-A8A9-13195D36C74C}" type="presOf" srcId="{3241CC03-358F-4AE2-8E5A-1884806974DD}" destId="{1A5E9637-3989-4A11-99F9-7D01DC486568}" srcOrd="0" destOrd="7" presId="urn:microsoft.com/office/officeart/2005/8/layout/hList1"/>
    <dgm:cxn modelId="{C2145DE5-A78D-4738-9A01-D9EBA9C302D2}" type="presOf" srcId="{CC6F9C18-77C7-430B-9D63-58609A7306CF}" destId="{8A645B84-104A-492C-A4C7-16C564588B9C}" srcOrd="0" destOrd="1" presId="urn:microsoft.com/office/officeart/2005/8/layout/hList1"/>
    <dgm:cxn modelId="{34B03EE9-5FF4-4C90-97F1-408A2177F6DE}" srcId="{8FC6C49F-63E4-4349-8AA5-F8AAEA1BA260}" destId="{03D87224-06F8-461A-B2AC-9B3A043EBFBD}" srcOrd="0" destOrd="0" parTransId="{772A6835-6B30-4947-8CB0-0BB04A9D7917}" sibTransId="{23BD4861-2E01-4AD8-B46B-D8F0FFB2850C}"/>
    <dgm:cxn modelId="{C55059EC-AFF4-4D4C-9E3D-9F5A717D7F55}" srcId="{8FC6C49F-63E4-4349-8AA5-F8AAEA1BA260}" destId="{BC5E2702-7D41-44EC-8627-DDAB8022F27C}" srcOrd="5" destOrd="0" parTransId="{6CA9C08A-25B0-45A4-9AC5-EED796501B85}" sibTransId="{95F64A79-B543-4AC2-8B4D-49A930404383}"/>
    <dgm:cxn modelId="{DB60A0EE-5EBD-453F-A530-E37DCA0359D2}" type="presOf" srcId="{23A887EF-28EB-4540-BCC5-C5801C063C68}" destId="{3ACC1E9E-E873-430F-A1A0-ED6A82593631}" srcOrd="0" destOrd="1" presId="urn:microsoft.com/office/officeart/2005/8/layout/hList1"/>
    <dgm:cxn modelId="{5D2F6FF8-70B7-4F13-B9C7-50CEA11A71A6}" type="presOf" srcId="{62CE71DF-F2D6-4CF9-B9F4-FCAA2AF7A718}" destId="{4988D064-593F-4EE7-AE9F-85D70DB434D3}" srcOrd="0" destOrd="0" presId="urn:microsoft.com/office/officeart/2005/8/layout/hList1"/>
    <dgm:cxn modelId="{C0C608FA-059D-4CB1-8E6B-A420B2E46D29}" type="presOf" srcId="{D8D7B2F0-5EA9-414E-9B5C-28474D0BB841}" destId="{3ACC1E9E-E873-430F-A1A0-ED6A82593631}" srcOrd="0" destOrd="5" presId="urn:microsoft.com/office/officeart/2005/8/layout/hList1"/>
    <dgm:cxn modelId="{80080AFE-BF3D-4FAE-899F-3CD15ABB8551}" srcId="{62CE71DF-F2D6-4CF9-B9F4-FCAA2AF7A718}" destId="{56081B58-E6F6-4747-B067-D688B088787F}" srcOrd="4" destOrd="0" parTransId="{515A315F-7B5C-4C24-9255-DD5E178A1B2D}" sibTransId="{0522E977-BFAD-411E-93EA-FDE635B33997}"/>
    <dgm:cxn modelId="{30576E0A-C5FB-4A70-8CAE-60795C21FFD6}" type="presParOf" srcId="{9F92BDFD-6417-4D2A-BAC5-D39A4AA79675}" destId="{0799CC73-79F8-4B7D-9131-EEE7C132D26D}" srcOrd="0" destOrd="0" presId="urn:microsoft.com/office/officeart/2005/8/layout/hList1"/>
    <dgm:cxn modelId="{7E917613-8335-44F2-B5D5-D793C235B294}" type="presParOf" srcId="{0799CC73-79F8-4B7D-9131-EEE7C132D26D}" destId="{4988D064-593F-4EE7-AE9F-85D70DB434D3}" srcOrd="0" destOrd="0" presId="urn:microsoft.com/office/officeart/2005/8/layout/hList1"/>
    <dgm:cxn modelId="{4BBF98B4-F556-479D-98B2-A99533CEB5C0}" type="presParOf" srcId="{0799CC73-79F8-4B7D-9131-EEE7C132D26D}" destId="{3ACC1E9E-E873-430F-A1A0-ED6A82593631}" srcOrd="1" destOrd="0" presId="urn:microsoft.com/office/officeart/2005/8/layout/hList1"/>
    <dgm:cxn modelId="{D400C554-5458-4FF8-B05A-E28E3071FAAD}" type="presParOf" srcId="{9F92BDFD-6417-4D2A-BAC5-D39A4AA79675}" destId="{E986567F-73C6-4831-AAD2-76FC8DE5DF06}" srcOrd="1" destOrd="0" presId="urn:microsoft.com/office/officeart/2005/8/layout/hList1"/>
    <dgm:cxn modelId="{8AF2923A-9D5C-40D0-A688-882C0F912C3F}" type="presParOf" srcId="{9F92BDFD-6417-4D2A-BAC5-D39A4AA79675}" destId="{7A9EA523-5205-4F62-9D22-459F7BE09391}" srcOrd="2" destOrd="0" presId="urn:microsoft.com/office/officeart/2005/8/layout/hList1"/>
    <dgm:cxn modelId="{61CE9217-EAEB-4649-99AE-F8EA045FBAEC}" type="presParOf" srcId="{7A9EA523-5205-4F62-9D22-459F7BE09391}" destId="{4DECE0C3-4CFB-4CCD-B39E-934B7A2628E4}" srcOrd="0" destOrd="0" presId="urn:microsoft.com/office/officeart/2005/8/layout/hList1"/>
    <dgm:cxn modelId="{FA2797CE-F495-431A-B2B7-FC33CB440EB1}" type="presParOf" srcId="{7A9EA523-5205-4F62-9D22-459F7BE09391}" destId="{8A645B84-104A-492C-A4C7-16C564588B9C}" srcOrd="1" destOrd="0" presId="urn:microsoft.com/office/officeart/2005/8/layout/hList1"/>
    <dgm:cxn modelId="{FF0E6178-2EE2-4C5F-987C-F9F57C162ED0}" type="presParOf" srcId="{9F92BDFD-6417-4D2A-BAC5-D39A4AA79675}" destId="{73DF9AC4-3ECA-4B9C-AC15-32F9433B305A}" srcOrd="3" destOrd="0" presId="urn:microsoft.com/office/officeart/2005/8/layout/hList1"/>
    <dgm:cxn modelId="{86226BB0-E1B5-4CD3-860B-1E6DAC4E8751}" type="presParOf" srcId="{9F92BDFD-6417-4D2A-BAC5-D39A4AA79675}" destId="{2FED823B-B41A-407F-AB74-8A8DF17051F1}" srcOrd="4" destOrd="0" presId="urn:microsoft.com/office/officeart/2005/8/layout/hList1"/>
    <dgm:cxn modelId="{CB7C9656-B4D6-4DC5-A3EA-F923F7238E8D}" type="presParOf" srcId="{2FED823B-B41A-407F-AB74-8A8DF17051F1}" destId="{EA3B89E7-B85E-4318-9147-A80A7EE52D64}" srcOrd="0" destOrd="0" presId="urn:microsoft.com/office/officeart/2005/8/layout/hList1"/>
    <dgm:cxn modelId="{39AC6072-B4EB-470D-A6C6-501C4780CE3F}" type="presParOf" srcId="{2FED823B-B41A-407F-AB74-8A8DF17051F1}" destId="{1A5E9637-3989-4A11-99F9-7D01DC48656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DC907-F8CA-47E0-94F6-9B90015977A3}">
      <dsp:nvSpPr>
        <dsp:cNvPr id="0" name=""/>
        <dsp:cNvSpPr/>
      </dsp:nvSpPr>
      <dsp:spPr>
        <a:xfrm>
          <a:off x="4841976" y="1727250"/>
          <a:ext cx="2042082" cy="1616900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Reduces Healthcare Fraud and Abuse</a:t>
          </a:r>
        </a:p>
      </dsp:txBody>
      <dsp:txXfrm>
        <a:off x="5166132" y="1983914"/>
        <a:ext cx="1393770" cy="1103572"/>
      </dsp:txXfrm>
    </dsp:sp>
    <dsp:sp modelId="{EAA4B21C-1C89-4A32-8510-67165B7BCE31}">
      <dsp:nvSpPr>
        <dsp:cNvPr id="0" name=""/>
        <dsp:cNvSpPr/>
      </dsp:nvSpPr>
      <dsp:spPr>
        <a:xfrm>
          <a:off x="5260823" y="95093"/>
          <a:ext cx="983016" cy="776050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25CC496-B07C-46E3-A005-CDF5CB073D4A}">
      <dsp:nvSpPr>
        <dsp:cNvPr id="0" name=""/>
        <dsp:cNvSpPr/>
      </dsp:nvSpPr>
      <dsp:spPr>
        <a:xfrm>
          <a:off x="3329601" y="65504"/>
          <a:ext cx="2129816" cy="1705552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50" b="1" kern="1200" dirty="0">
              <a:latin typeface="Arial"/>
            </a:rPr>
            <a:t>Ensures Patient Data Privacy, Confidentiality &amp; Security</a:t>
          </a:r>
          <a:endParaRPr lang="en-GB" sz="1150" kern="1200" dirty="0"/>
        </a:p>
      </dsp:txBody>
      <dsp:txXfrm>
        <a:off x="3669511" y="337703"/>
        <a:ext cx="1449996" cy="1161154"/>
      </dsp:txXfrm>
    </dsp:sp>
    <dsp:sp modelId="{E2AED1E9-CD1D-45B8-96EC-5C12A1C13C14}">
      <dsp:nvSpPr>
        <dsp:cNvPr id="0" name=""/>
        <dsp:cNvSpPr/>
      </dsp:nvSpPr>
      <dsp:spPr>
        <a:xfrm>
          <a:off x="4179480" y="4516311"/>
          <a:ext cx="830903" cy="715933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92E5A82-AF3F-42D6-9775-9CD9ADFD23DD}">
      <dsp:nvSpPr>
        <dsp:cNvPr id="0" name=""/>
        <dsp:cNvSpPr/>
      </dsp:nvSpPr>
      <dsp:spPr>
        <a:xfrm>
          <a:off x="6416765" y="103642"/>
          <a:ext cx="2138009" cy="1696933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522206"/>
                <a:satOff val="-14541"/>
                <a:lumOff val="-35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22206"/>
                <a:satOff val="-14541"/>
                <a:lumOff val="-35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22206"/>
                <a:satOff val="-14541"/>
                <a:lumOff val="-35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latin typeface="Arial"/>
            </a:rPr>
            <a:t>Regulatory Compliance, Ethical &amp; Legal  Obligations</a:t>
          </a:r>
          <a:endParaRPr lang="en-GB" sz="1200" kern="1200" dirty="0"/>
        </a:p>
      </dsp:txBody>
      <dsp:txXfrm>
        <a:off x="6756537" y="373318"/>
        <a:ext cx="1458465" cy="1157581"/>
      </dsp:txXfrm>
    </dsp:sp>
    <dsp:sp modelId="{D3FA6F66-5A08-4774-8826-C375470B8DA0}">
      <dsp:nvSpPr>
        <dsp:cNvPr id="0" name=""/>
        <dsp:cNvSpPr/>
      </dsp:nvSpPr>
      <dsp:spPr>
        <a:xfrm>
          <a:off x="8661947" y="3741971"/>
          <a:ext cx="830903" cy="715933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FBE54A3-601D-4A2C-A40A-D09B9DADAC83}">
      <dsp:nvSpPr>
        <dsp:cNvPr id="0" name=""/>
        <dsp:cNvSpPr/>
      </dsp:nvSpPr>
      <dsp:spPr>
        <a:xfrm>
          <a:off x="6893439" y="2691464"/>
          <a:ext cx="2077316" cy="1561303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1044413"/>
                <a:satOff val="-29081"/>
                <a:lumOff val="-705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44413"/>
                <a:satOff val="-29081"/>
                <a:lumOff val="-705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44413"/>
                <a:satOff val="-29081"/>
                <a:lumOff val="-705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latin typeface="Arial"/>
            </a:rPr>
            <a:t>Enhances Trust &amp; Patient Confidence</a:t>
          </a:r>
          <a:endParaRPr lang="en-GB" sz="1200" kern="1200" dirty="0"/>
        </a:p>
      </dsp:txBody>
      <dsp:txXfrm>
        <a:off x="7215237" y="2933326"/>
        <a:ext cx="1433720" cy="1077579"/>
      </dsp:txXfrm>
    </dsp:sp>
    <dsp:sp modelId="{F311358A-B782-46E9-96F6-3B732B65849D}">
      <dsp:nvSpPr>
        <dsp:cNvPr id="0" name=""/>
        <dsp:cNvSpPr/>
      </dsp:nvSpPr>
      <dsp:spPr>
        <a:xfrm>
          <a:off x="8119877" y="1448754"/>
          <a:ext cx="830903" cy="715933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9FAEDB-9040-4925-A54D-3132CE47F902}">
      <dsp:nvSpPr>
        <dsp:cNvPr id="0" name=""/>
        <dsp:cNvSpPr/>
      </dsp:nvSpPr>
      <dsp:spPr>
        <a:xfrm>
          <a:off x="4816464" y="3602282"/>
          <a:ext cx="2083145" cy="1658463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1566619"/>
                <a:satOff val="-43622"/>
                <a:lumOff val="-10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66619"/>
                <a:satOff val="-43622"/>
                <a:lumOff val="-10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66619"/>
                <a:satOff val="-43622"/>
                <a:lumOff val="-10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latin typeface="Arial"/>
            </a:rPr>
            <a:t>Maintain Data Integrity &amp; Operational Efficiency</a:t>
          </a:r>
          <a:endParaRPr lang="en-GB" sz="1200" kern="1200" dirty="0"/>
        </a:p>
      </dsp:txBody>
      <dsp:txXfrm>
        <a:off x="5148000" y="3866229"/>
        <a:ext cx="1420073" cy="1130569"/>
      </dsp:txXfrm>
    </dsp:sp>
    <dsp:sp modelId="{4F2F9569-5824-4DAF-9E2E-3D04170E8750}">
      <dsp:nvSpPr>
        <dsp:cNvPr id="0" name=""/>
        <dsp:cNvSpPr/>
      </dsp:nvSpPr>
      <dsp:spPr>
        <a:xfrm>
          <a:off x="667472" y="2461086"/>
          <a:ext cx="830903" cy="715933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4758A63-BFE0-43BB-A78B-46D4E00891AF}">
      <dsp:nvSpPr>
        <dsp:cNvPr id="0" name=""/>
        <dsp:cNvSpPr/>
      </dsp:nvSpPr>
      <dsp:spPr>
        <a:xfrm>
          <a:off x="2881633" y="2665044"/>
          <a:ext cx="2035374" cy="1561303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2088826"/>
                <a:satOff val="-58162"/>
                <a:lumOff val="-141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088826"/>
                <a:satOff val="-58162"/>
                <a:lumOff val="-141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088826"/>
                <a:satOff val="-58162"/>
                <a:lumOff val="-141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latin typeface="Arial"/>
            </a:rPr>
            <a:t>Defines Roles, Responsibilities &amp; Security Measures</a:t>
          </a:r>
          <a:endParaRPr lang="en-GB" sz="1200" kern="1200" dirty="0"/>
        </a:p>
      </dsp:txBody>
      <dsp:txXfrm>
        <a:off x="3199936" y="2909209"/>
        <a:ext cx="1398768" cy="1072973"/>
      </dsp:txXfrm>
    </dsp:sp>
    <dsp:sp modelId="{95796A68-6B9D-4570-9B51-B2F6B4E96102}">
      <dsp:nvSpPr>
        <dsp:cNvPr id="0" name=""/>
        <dsp:cNvSpPr/>
      </dsp:nvSpPr>
      <dsp:spPr>
        <a:xfrm>
          <a:off x="1063349" y="1174679"/>
          <a:ext cx="2303918" cy="1714342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2611032"/>
                <a:satOff val="-72703"/>
                <a:lumOff val="-176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611032"/>
                <a:satOff val="-72703"/>
                <a:lumOff val="-176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611032"/>
                <a:satOff val="-72703"/>
                <a:lumOff val="-176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 xml:space="preserve"> Effective Risk Assessment and Management</a:t>
          </a:r>
        </a:p>
      </dsp:txBody>
      <dsp:txXfrm>
        <a:off x="1418605" y="1439024"/>
        <a:ext cx="1593406" cy="1185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A9B9F-6698-442C-A0B2-553657080CDD}">
      <dsp:nvSpPr>
        <dsp:cNvPr id="0" name=""/>
        <dsp:cNvSpPr/>
      </dsp:nvSpPr>
      <dsp:spPr>
        <a:xfrm>
          <a:off x="1227444" y="390"/>
          <a:ext cx="2495159" cy="1497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/>
            </a:rPr>
            <a:t>Privacy Rule Adherence</a:t>
          </a:r>
          <a:endParaRPr lang="en-GB" sz="2400" kern="1200" dirty="0"/>
        </a:p>
      </dsp:txBody>
      <dsp:txXfrm>
        <a:off x="1227444" y="390"/>
        <a:ext cx="2495159" cy="1497095"/>
      </dsp:txXfrm>
    </dsp:sp>
    <dsp:sp modelId="{DFCF9464-EE94-41ED-A90E-330C844795DD}">
      <dsp:nvSpPr>
        <dsp:cNvPr id="0" name=""/>
        <dsp:cNvSpPr/>
      </dsp:nvSpPr>
      <dsp:spPr>
        <a:xfrm>
          <a:off x="3972119" y="390"/>
          <a:ext cx="2495159" cy="1497095"/>
        </a:xfrm>
        <a:prstGeom prst="rect">
          <a:avLst/>
        </a:prstGeom>
        <a:solidFill>
          <a:schemeClr val="accent2">
            <a:hueOff val="435172"/>
            <a:satOff val="-12117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/>
            </a:rPr>
            <a:t>Security Rule Implementation</a:t>
          </a:r>
          <a:endParaRPr lang="en-GB" sz="2400" kern="1200" dirty="0"/>
        </a:p>
      </dsp:txBody>
      <dsp:txXfrm>
        <a:off x="3972119" y="390"/>
        <a:ext cx="2495159" cy="1497095"/>
      </dsp:txXfrm>
    </dsp:sp>
    <dsp:sp modelId="{82173F44-8B2E-4C23-9EE0-7DEF2C2FC55E}">
      <dsp:nvSpPr>
        <dsp:cNvPr id="0" name=""/>
        <dsp:cNvSpPr/>
      </dsp:nvSpPr>
      <dsp:spPr>
        <a:xfrm>
          <a:off x="6716794" y="390"/>
          <a:ext cx="2495159" cy="1497095"/>
        </a:xfrm>
        <a:prstGeom prst="rect">
          <a:avLst/>
        </a:prstGeom>
        <a:solidFill>
          <a:schemeClr val="accent2">
            <a:hueOff val="870344"/>
            <a:satOff val="-24234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/>
              <a:ea typeface="Calibri"/>
              <a:cs typeface="Calibri"/>
            </a:rPr>
            <a:t>Breach Response and Notification</a:t>
          </a:r>
          <a:endParaRPr lang="en-GB" sz="2400" kern="1200" dirty="0">
            <a:latin typeface="Arial"/>
          </a:endParaRPr>
        </a:p>
      </dsp:txBody>
      <dsp:txXfrm>
        <a:off x="6716794" y="390"/>
        <a:ext cx="2495159" cy="1497095"/>
      </dsp:txXfrm>
    </dsp:sp>
    <dsp:sp modelId="{99853645-CFA5-47D3-8D4A-A7AEA3EC704E}">
      <dsp:nvSpPr>
        <dsp:cNvPr id="0" name=""/>
        <dsp:cNvSpPr/>
      </dsp:nvSpPr>
      <dsp:spPr>
        <a:xfrm>
          <a:off x="1227444" y="1747002"/>
          <a:ext cx="2495159" cy="1497095"/>
        </a:xfrm>
        <a:prstGeom prst="rect">
          <a:avLst/>
        </a:prstGeom>
        <a:solidFill>
          <a:schemeClr val="accent2">
            <a:hueOff val="1305516"/>
            <a:satOff val="-36352"/>
            <a:lumOff val="-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Employee Training and Cyber Awareness</a:t>
          </a:r>
          <a:endParaRPr lang="en-GB" sz="2400" kern="1200" dirty="0">
            <a:latin typeface="Arial"/>
          </a:endParaRPr>
        </a:p>
      </dsp:txBody>
      <dsp:txXfrm>
        <a:off x="1227444" y="1747002"/>
        <a:ext cx="2495159" cy="1497095"/>
      </dsp:txXfrm>
    </dsp:sp>
    <dsp:sp modelId="{1BE65551-7537-4142-B629-30BBF5523ACA}">
      <dsp:nvSpPr>
        <dsp:cNvPr id="0" name=""/>
        <dsp:cNvSpPr/>
      </dsp:nvSpPr>
      <dsp:spPr>
        <a:xfrm>
          <a:off x="3972119" y="1747002"/>
          <a:ext cx="2495159" cy="1497095"/>
        </a:xfrm>
        <a:prstGeom prst="rect">
          <a:avLst/>
        </a:prstGeom>
        <a:solidFill>
          <a:schemeClr val="accent2">
            <a:hueOff val="1740688"/>
            <a:satOff val="-48469"/>
            <a:lumOff val="-11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/>
            </a:rPr>
            <a:t>Addressing Telemedicine &amp; Remote work</a:t>
          </a:r>
        </a:p>
      </dsp:txBody>
      <dsp:txXfrm>
        <a:off x="3972119" y="1747002"/>
        <a:ext cx="2495159" cy="1497095"/>
      </dsp:txXfrm>
    </dsp:sp>
    <dsp:sp modelId="{12BAB638-22C5-4131-8289-7E4795BE0C78}">
      <dsp:nvSpPr>
        <dsp:cNvPr id="0" name=""/>
        <dsp:cNvSpPr/>
      </dsp:nvSpPr>
      <dsp:spPr>
        <a:xfrm>
          <a:off x="6716794" y="1747002"/>
          <a:ext cx="2495159" cy="1497095"/>
        </a:xfrm>
        <a:prstGeom prst="rect">
          <a:avLst/>
        </a:prstGeom>
        <a:solidFill>
          <a:schemeClr val="accent2">
            <a:hueOff val="2175860"/>
            <a:satOff val="-60586"/>
            <a:lumOff val="-1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/>
              <a:ea typeface="Calibri"/>
              <a:cs typeface="Calibri"/>
            </a:rPr>
            <a:t>Risk Assessment and Management</a:t>
          </a:r>
        </a:p>
      </dsp:txBody>
      <dsp:txXfrm>
        <a:off x="6716794" y="1747002"/>
        <a:ext cx="2495159" cy="1497095"/>
      </dsp:txXfrm>
    </dsp:sp>
    <dsp:sp modelId="{3B38C8DB-974C-4D84-A4BA-F1BA2DDC8C28}">
      <dsp:nvSpPr>
        <dsp:cNvPr id="0" name=""/>
        <dsp:cNvSpPr/>
      </dsp:nvSpPr>
      <dsp:spPr>
        <a:xfrm>
          <a:off x="3972119" y="3493613"/>
          <a:ext cx="2495159" cy="1497095"/>
        </a:xfrm>
        <a:prstGeom prst="rect">
          <a:avLst/>
        </a:prstGeom>
        <a:solidFill>
          <a:schemeClr val="accent2">
            <a:hueOff val="2611032"/>
            <a:satOff val="-72703"/>
            <a:lumOff val="-176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Documentation and Audit Preparedness</a:t>
          </a:r>
          <a:endParaRPr lang="en-GB" sz="2400" kern="1200" dirty="0">
            <a:latin typeface="Arial"/>
          </a:endParaRPr>
        </a:p>
      </dsp:txBody>
      <dsp:txXfrm>
        <a:off x="3972119" y="3493613"/>
        <a:ext cx="2495159" cy="1497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41BEF9-D4A8-480D-9204-37F2C9AAFC43}">
      <dsp:nvSpPr>
        <dsp:cNvPr id="0" name=""/>
        <dsp:cNvSpPr/>
      </dsp:nvSpPr>
      <dsp:spPr>
        <a:xfrm>
          <a:off x="52" y="136313"/>
          <a:ext cx="5020329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Privacy Rule</a:t>
          </a:r>
        </a:p>
      </dsp:txBody>
      <dsp:txXfrm>
        <a:off x="52" y="136313"/>
        <a:ext cx="5020329" cy="518400"/>
      </dsp:txXfrm>
    </dsp:sp>
    <dsp:sp modelId="{3FAE97EE-50D1-4EC4-B7D5-8B3971E1DACE}">
      <dsp:nvSpPr>
        <dsp:cNvPr id="0" name=""/>
        <dsp:cNvSpPr/>
      </dsp:nvSpPr>
      <dsp:spPr>
        <a:xfrm>
          <a:off x="52" y="654713"/>
          <a:ext cx="5020329" cy="430484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Patients’ rights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Limiting Use and Disclosure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Keep track of disclosures.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Disclose a minimum amount of information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Notify individuals of the use of their PHI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Ensure data confidentiality by safeguarding PHI.</a:t>
          </a:r>
        </a:p>
      </dsp:txBody>
      <dsp:txXfrm>
        <a:off x="52" y="654713"/>
        <a:ext cx="5020329" cy="4304846"/>
      </dsp:txXfrm>
    </dsp:sp>
    <dsp:sp modelId="{751242FF-6C82-4AB1-B01B-5BD2890FF23B}">
      <dsp:nvSpPr>
        <dsp:cNvPr id="0" name=""/>
        <dsp:cNvSpPr/>
      </dsp:nvSpPr>
      <dsp:spPr>
        <a:xfrm>
          <a:off x="5723228" y="136313"/>
          <a:ext cx="5020329" cy="518400"/>
        </a:xfrm>
        <a:prstGeom prst="rect">
          <a:avLst/>
        </a:prstGeom>
        <a:solidFill>
          <a:schemeClr val="accent2">
            <a:hueOff val="2611032"/>
            <a:satOff val="-72703"/>
            <a:lumOff val="-17646"/>
            <a:alphaOff val="0"/>
          </a:schemeClr>
        </a:solidFill>
        <a:ln w="12700" cap="flat" cmpd="sng" algn="ctr">
          <a:solidFill>
            <a:schemeClr val="accent2">
              <a:hueOff val="2611032"/>
              <a:satOff val="-72703"/>
              <a:lumOff val="-176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Safeguards for Data Security</a:t>
          </a:r>
        </a:p>
      </dsp:txBody>
      <dsp:txXfrm>
        <a:off x="5723228" y="136313"/>
        <a:ext cx="5020329" cy="518400"/>
      </dsp:txXfrm>
    </dsp:sp>
    <dsp:sp modelId="{B2AEB60E-8ECF-4A5F-9291-C472E6569CD1}">
      <dsp:nvSpPr>
        <dsp:cNvPr id="0" name=""/>
        <dsp:cNvSpPr/>
      </dsp:nvSpPr>
      <dsp:spPr>
        <a:xfrm>
          <a:off x="5723281" y="672191"/>
          <a:ext cx="5020329" cy="4304846"/>
        </a:xfrm>
        <a:prstGeom prst="rect">
          <a:avLst/>
        </a:prstGeom>
        <a:solidFill>
          <a:schemeClr val="accent2">
            <a:tint val="40000"/>
            <a:alpha val="90000"/>
            <a:hueOff val="2044947"/>
            <a:satOff val="-53414"/>
            <a:lumOff val="-550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44947"/>
              <a:satOff val="-53414"/>
              <a:lumOff val="-55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Strong</a:t>
          </a:r>
          <a:r>
            <a:rPr lang="en-US" sz="1800" b="0" i="0" kern="1200" dirty="0"/>
            <a:t xml:space="preserve"> encryption standards like AES-256 for maximum security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Access controls- Implement</a:t>
          </a:r>
          <a:r>
            <a:rPr lang="en-US" sz="1800" b="0" i="0" kern="1200" dirty="0"/>
            <a:t xml:space="preserve"> Role-based Access Controls (RBAC) 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Strong Authentication Measures- Implement Multi-factor Authentication (MFA).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Secure Communication Channels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Data Minimization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Secure Physical Storage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Backup and Disaster Recovery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Audit Controls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Employee Training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0" i="0" kern="1200" dirty="0"/>
            <a:t>Regular Risk Assessments</a:t>
          </a: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800" kern="1200" dirty="0"/>
        </a:p>
      </dsp:txBody>
      <dsp:txXfrm>
        <a:off x="5723281" y="672191"/>
        <a:ext cx="5020329" cy="43048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20B70-3C7C-4F16-9073-CBBD5AB8C7CE}">
      <dsp:nvSpPr>
        <dsp:cNvPr id="0" name=""/>
        <dsp:cNvSpPr/>
      </dsp:nvSpPr>
      <dsp:spPr>
        <a:xfrm>
          <a:off x="0" y="0"/>
          <a:ext cx="2902220" cy="11608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Breach Notification</a:t>
          </a:r>
        </a:p>
      </dsp:txBody>
      <dsp:txXfrm>
        <a:off x="0" y="0"/>
        <a:ext cx="2902220" cy="1160888"/>
      </dsp:txXfrm>
    </dsp:sp>
    <dsp:sp modelId="{3D4F2ECA-C532-48B0-9118-7E121EC46D4E}">
      <dsp:nvSpPr>
        <dsp:cNvPr id="0" name=""/>
        <dsp:cNvSpPr/>
      </dsp:nvSpPr>
      <dsp:spPr>
        <a:xfrm>
          <a:off x="0" y="853263"/>
          <a:ext cx="2902220" cy="40107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Report on data breaches within 60 days of discovery (for large breaches) or 60 days of the end of the calendar year (for small breaches)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Regulating bodies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All impacted individuals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 xml:space="preserve">In large breaches, the media			</a:t>
          </a:r>
          <a:endParaRPr lang="en-GB" sz="1500" kern="1200" dirty="0"/>
        </a:p>
      </dsp:txBody>
      <dsp:txXfrm>
        <a:off x="0" y="853263"/>
        <a:ext cx="2902220" cy="40107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8D064-593F-4EE7-AE9F-85D70DB434D3}">
      <dsp:nvSpPr>
        <dsp:cNvPr id="0" name=""/>
        <dsp:cNvSpPr/>
      </dsp:nvSpPr>
      <dsp:spPr>
        <a:xfrm>
          <a:off x="3484" y="256530"/>
          <a:ext cx="3397366" cy="374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Employee Training &amp; Awareness</a:t>
          </a:r>
        </a:p>
      </dsp:txBody>
      <dsp:txXfrm>
        <a:off x="3484" y="256530"/>
        <a:ext cx="3397366" cy="374400"/>
      </dsp:txXfrm>
    </dsp:sp>
    <dsp:sp modelId="{3ACC1E9E-E873-430F-A1A0-ED6A82593631}">
      <dsp:nvSpPr>
        <dsp:cNvPr id="0" name=""/>
        <dsp:cNvSpPr/>
      </dsp:nvSpPr>
      <dsp:spPr>
        <a:xfrm>
          <a:off x="3484" y="630930"/>
          <a:ext cx="3397366" cy="42465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b="0" i="0" kern="1200" dirty="0"/>
            <a:t>To educate staff on HIPAA requirements and best practices for protecting health information and training.</a:t>
          </a:r>
          <a:endParaRPr lang="en-GB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kern="1200" dirty="0"/>
            <a:t xml:space="preserve">Steps include: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Conduct regular security awareness training for all employees</a:t>
          </a:r>
          <a:endParaRPr lang="en-GB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Teach staff to identify phishing attempts and social engineering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300" b="0" i="0" kern="1200" dirty="0"/>
            <a:t>Implement policies for proper handling of patient information and reporting potential breaches promptly.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Create a culture of security consciousness</a:t>
          </a:r>
        </a:p>
      </dsp:txBody>
      <dsp:txXfrm>
        <a:off x="3484" y="630930"/>
        <a:ext cx="3397366" cy="4246515"/>
      </dsp:txXfrm>
    </dsp:sp>
    <dsp:sp modelId="{4DECE0C3-4CFB-4CCD-B39E-934B7A2628E4}">
      <dsp:nvSpPr>
        <dsp:cNvPr id="0" name=""/>
        <dsp:cNvSpPr/>
      </dsp:nvSpPr>
      <dsp:spPr>
        <a:xfrm>
          <a:off x="3876481" y="256530"/>
          <a:ext cx="3397366" cy="374400"/>
        </a:xfrm>
        <a:prstGeom prst="rect">
          <a:avLst/>
        </a:prstGeom>
        <a:solidFill>
          <a:schemeClr val="accent2">
            <a:hueOff val="1305516"/>
            <a:satOff val="-36352"/>
            <a:lumOff val="-8823"/>
            <a:alphaOff val="0"/>
          </a:schemeClr>
        </a:solidFill>
        <a:ln w="12700" cap="flat" cmpd="sng" algn="ctr">
          <a:solidFill>
            <a:schemeClr val="accent2">
              <a:hueOff val="1305516"/>
              <a:satOff val="-36352"/>
              <a:lumOff val="-8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latin typeface="Arial"/>
            </a:rPr>
            <a:t>Telemedicine &amp; Remote work</a:t>
          </a:r>
          <a:endParaRPr lang="en-GB" sz="1300" kern="1200" dirty="0"/>
        </a:p>
      </dsp:txBody>
      <dsp:txXfrm>
        <a:off x="3876481" y="256530"/>
        <a:ext cx="3397366" cy="374400"/>
      </dsp:txXfrm>
    </dsp:sp>
    <dsp:sp modelId="{8A645B84-104A-492C-A4C7-16C564588B9C}">
      <dsp:nvSpPr>
        <dsp:cNvPr id="0" name=""/>
        <dsp:cNvSpPr/>
      </dsp:nvSpPr>
      <dsp:spPr>
        <a:xfrm>
          <a:off x="3876481" y="630930"/>
          <a:ext cx="3397366" cy="4246515"/>
        </a:xfrm>
        <a:prstGeom prst="rect">
          <a:avLst/>
        </a:prstGeom>
        <a:solidFill>
          <a:schemeClr val="accent2">
            <a:tint val="40000"/>
            <a:alpha val="90000"/>
            <a:hueOff val="1022473"/>
            <a:satOff val="-26707"/>
            <a:lumOff val="-275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22473"/>
              <a:satOff val="-26707"/>
              <a:lumOff val="-27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Require VPN usage when connecting to any network outside the organization’s secure environment</a:t>
          </a:r>
          <a:endParaRPr lang="en-GB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Implement containerization to separate work and personal data on devices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Provide secure, HIPAA-compliant messaging, Tele-health platforms and documentation apps.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Conduct specialized training for home healthcare staff that addresses the unique security challenges they face in non-clinical environments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300" b="0" i="0" kern="1200" dirty="0"/>
        </a:p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300" b="1" i="0" kern="1200" dirty="0">
              <a:solidFill>
                <a:schemeClr val="tx1"/>
              </a:solidFill>
            </a:rPr>
            <a:t>Interoperability Requirements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300" b="0" i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Evaluate AI-powered security monitoring tools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Implement blockchain for secure health information exchange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Develop security protocols for telehealth platforms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300" b="0" i="0" kern="1200" dirty="0"/>
            <a:t>Explore zero-trust security architectures</a:t>
          </a:r>
        </a:p>
      </dsp:txBody>
      <dsp:txXfrm>
        <a:off x="3876481" y="630930"/>
        <a:ext cx="3397366" cy="4246515"/>
      </dsp:txXfrm>
    </dsp:sp>
    <dsp:sp modelId="{EA3B89E7-B85E-4318-9147-A80A7EE52D64}">
      <dsp:nvSpPr>
        <dsp:cNvPr id="0" name=""/>
        <dsp:cNvSpPr/>
      </dsp:nvSpPr>
      <dsp:spPr>
        <a:xfrm>
          <a:off x="7749479" y="256530"/>
          <a:ext cx="3397366" cy="374400"/>
        </a:xfrm>
        <a:prstGeom prst="rect">
          <a:avLst/>
        </a:prstGeom>
        <a:solidFill>
          <a:schemeClr val="accent2">
            <a:hueOff val="2611032"/>
            <a:satOff val="-72703"/>
            <a:lumOff val="-17646"/>
            <a:alphaOff val="0"/>
          </a:schemeClr>
        </a:solidFill>
        <a:ln w="12700" cap="flat" cmpd="sng" algn="ctr">
          <a:solidFill>
            <a:schemeClr val="accent2">
              <a:hueOff val="2611032"/>
              <a:satOff val="-72703"/>
              <a:lumOff val="-176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latin typeface="Calibri"/>
              <a:ea typeface="Calibri"/>
              <a:cs typeface="Calibri"/>
            </a:rPr>
            <a:t>Risk Assessment and Management</a:t>
          </a:r>
          <a:endParaRPr lang="en-GB" sz="1300" kern="1200" dirty="0"/>
        </a:p>
      </dsp:txBody>
      <dsp:txXfrm>
        <a:off x="7749479" y="256530"/>
        <a:ext cx="3397366" cy="374400"/>
      </dsp:txXfrm>
    </dsp:sp>
    <dsp:sp modelId="{1A5E9637-3989-4A11-99F9-7D01DC486568}">
      <dsp:nvSpPr>
        <dsp:cNvPr id="0" name=""/>
        <dsp:cNvSpPr/>
      </dsp:nvSpPr>
      <dsp:spPr>
        <a:xfrm>
          <a:off x="7749479" y="630930"/>
          <a:ext cx="3397366" cy="4246515"/>
        </a:xfrm>
        <a:prstGeom prst="rect">
          <a:avLst/>
        </a:prstGeom>
        <a:solidFill>
          <a:schemeClr val="accent2">
            <a:tint val="40000"/>
            <a:alpha val="90000"/>
            <a:hueOff val="2044947"/>
            <a:satOff val="-53414"/>
            <a:lumOff val="-5506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>
              <a:effectLst/>
              <a:latin typeface="+mn-lt"/>
            </a:rPr>
            <a:t>Perform comprehensive security risk assessments at least annually</a:t>
          </a:r>
          <a:endParaRPr lang="en-GB" sz="1300" kern="1200" dirty="0">
            <a:latin typeface="+mn-lt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>
              <a:effectLst/>
              <a:latin typeface="+mn-lt"/>
            </a:rPr>
            <a:t>Document all identified vulnerabilities and develop mitigation plans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>
              <a:effectLst/>
              <a:latin typeface="+mn-lt"/>
            </a:rPr>
            <a:t>Test systems through penetration testing and vulnerability scanning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b="0" i="0" kern="1200" dirty="0">
              <a:effectLst/>
              <a:latin typeface="+mn-lt"/>
            </a:rPr>
            <a:t>Update security measures based on assessment findings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300" b="0" i="0" kern="1200" dirty="0">
            <a:effectLst/>
            <a:latin typeface="Inter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1200" b="1" kern="1200" dirty="0"/>
            <a:t>Documentation and Audit Preparedness</a:t>
          </a:r>
          <a:endParaRPr lang="en-US" sz="1200" b="1" i="0" kern="1200" dirty="0">
            <a:effectLst/>
            <a:latin typeface="Inter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b="0" kern="1200" dirty="0"/>
            <a:t>Comprehensive Documentation</a:t>
          </a:r>
          <a:endParaRPr lang="en-US" sz="1300" b="0" i="0" kern="1200" dirty="0">
            <a:effectLst/>
            <a:latin typeface="Inter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b="0" kern="1200" dirty="0"/>
            <a:t>Audit Preparedness</a:t>
          </a:r>
          <a:endParaRPr lang="en-US" sz="1300" b="0" i="0" kern="1200" dirty="0">
            <a:effectLst/>
            <a:latin typeface="Inter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 dirty="0"/>
            <a:t>Regular Policy Review and Updates</a:t>
          </a:r>
          <a:endParaRPr lang="en-US" sz="1300" b="0" i="0" kern="1200" dirty="0">
            <a:effectLst/>
            <a:latin typeface="Inter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b="1" i="0" kern="1200" dirty="0">
            <a:effectLst/>
            <a:latin typeface="Inter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300" b="1" i="0" kern="1200" dirty="0">
            <a:effectLst/>
            <a:latin typeface="Inter"/>
          </a:endParaRPr>
        </a:p>
      </dsp:txBody>
      <dsp:txXfrm>
        <a:off x="7749479" y="630930"/>
        <a:ext cx="3397366" cy="4246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559DA-579D-4A21-A886-4EDCB7EF394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A4BB8-BB04-453D-8FA4-9C80634E7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37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A4BB8-BB04-453D-8FA4-9C80634E724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80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7E7E-8E4C-CC1A-5566-F47C6E6B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4793C-0B73-D4C5-0F91-475250F26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5738B-FDAE-9B5C-CDD3-233EAD821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6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58203-F277-2861-9DC7-8A7AE35E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5CDFC-6225-6B96-341E-1EF52B4F7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75709-8AE6-AF8B-92BF-7E3CF509D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37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82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3B4E-5BA5-1BFA-9140-588F6F96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5A58C-A091-3D4B-C78E-784AFC9E2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6947F-3019-F7BF-41C6-139FA6A5B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5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D23E-7083-1CE1-38F8-52DE7E3C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1C292-D02A-4BFD-59E8-2668DD9AA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494F2-D241-4AC8-A5A3-639EF677E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5136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52713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0479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7687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738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9424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5185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7293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8291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3452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9382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8780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0F2C61A-85DB-42B3-945F-B0732C4C32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2257" y="1246094"/>
            <a:ext cx="11391900" cy="50105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02207-2ADC-496D-9093-BEE12584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64">
            <a:extLst>
              <a:ext uri="{FF2B5EF4-FFF2-40B4-BE49-F238E27FC236}">
                <a16:creationId xmlns:a16="http://schemas.microsoft.com/office/drawing/2014/main" id="{6195F86F-797D-4AC1-AE9D-6559DB1E2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6232" y="6521726"/>
            <a:ext cx="36576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900" smtClean="0">
                <a:solidFill>
                  <a:schemeClr val="tx1"/>
                </a:solidFill>
              </a:defRPr>
            </a:lvl1pPr>
          </a:lstStyle>
          <a:p>
            <a:fld id="{AD77D0B2-A74F-4C7C-97A5-C217087AD0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8879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854">
          <p15:clr>
            <a:srgbClr val="FBAE40"/>
          </p15:clr>
        </p15:guide>
        <p15:guide id="3" orient="horz" pos="114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DB00-A3C3-A1A8-265F-D1D594521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BB050-63B8-D398-0834-F4A66D9E2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DFEB1-17BA-0159-D838-E6791139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C3CB4-F061-D046-A64D-C599CB09B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F1EB-A0BA-FDF4-2B4E-CB4D7DE2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217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F444-D6CA-F93F-F608-7E0D508D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7D944-E41D-C723-8DDA-9BAA3B369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8867-8706-A4EC-23EC-6BD1744B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D86D-03A2-2997-9F33-A060EC10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F3CC7-F745-BDAA-203A-02A35D99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03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6E2F-41F7-8095-2A2A-27D30B41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AC71F-28AD-6A5A-97AE-54E5FA3AE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7BAC0-A26D-9266-2B4E-30C3BFAE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D5537-5C1B-88D0-FC08-9A5F119A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C48CB-9238-3C16-FDBE-F04E7758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96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FF3A-AA24-BA76-0A8D-0A9B01AC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74F8-8911-EEC5-145E-B1127688F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E5C2C-4486-DEDB-17DE-0EA93A3C6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7087E-3275-0CED-7214-89457E5C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BCD5B-5864-E0A8-C28D-4E40251C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47AEE-29E8-C689-9D69-F1215D47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66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29E9-1C20-23E9-9733-015DE4ED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4E74E-E72A-9E5A-C394-A72059EE9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53CF-6665-9267-3D3F-7368033A8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AA92A4-BF3B-C7E8-28CE-EDD00AAF3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47780-A5EF-727B-D39A-E778C888F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B1BA5-9BE8-1F58-0F1A-F6CA1329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BA37B-5F57-4D23-7CF3-BA522798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14AE9-B6C8-125B-5B4C-0B1E740E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685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B3D9-8477-889B-AEF2-BA75BFB6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DAE58-9562-633F-1905-55A7963B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0DB18-1DFE-F833-10CF-5D9CA7E7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CA594-240B-37C7-7A4E-C8A8BD94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122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92D07-6303-78B6-CCFE-47D559D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2D6BD-4FC9-E43B-F10F-C79FDD71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8F560-789E-5192-53C7-E18438C9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654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D113-84F2-03ED-A3DC-400F36BC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FCF99-2E40-B59C-3957-729B6194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C3D29-60C4-2DF3-AAF2-CE396408C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B27DB-E322-21AF-5B72-D33C930D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54BF0-767C-EDE8-629C-3CD6D29F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8AC70-9D34-3A06-CE1E-85086222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08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1C01-474F-8BD6-FDC8-39A0E2A4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B9F18-9534-7501-B8E8-B9EEF4FB4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68FD4-0387-D447-7D63-751BBA04B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C8710-D0CD-AE7A-1F45-FCE3FCAE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B59A-8939-4A16-7522-80A93AD0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114CE-DE0E-9506-41A8-2BB50321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242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ACDE1-3C63-E13E-ECF6-FD36B729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7E7A3-11A1-5FF9-F3AD-9C91B3056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4F246-C7C8-8F59-4A4B-0AC7CAE3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962E-EB4F-C83C-0F52-A543B8BA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BADBE-98C0-2FB1-29EC-5204FB1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602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EC99E-CD19-516B-690C-0A3E23EB3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01623-28C3-ABDF-3A54-9C91831C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4507-E47D-DBB7-E391-16678458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CA182-8B4A-85DA-C478-B4648754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BDB2C-D949-ED39-141B-6D443A84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0073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04F91B8-9312-22E7-E459-38595E01B4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04F91B8-9312-22E7-E459-38595E01B4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A2B7BA-447C-4533-9762-8AB89DCF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6" y="284511"/>
            <a:ext cx="11370014" cy="662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Insert One-Line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4415B-AA7D-41F5-91F2-310F687C7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83" y="2176124"/>
            <a:ext cx="11366090" cy="4080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Level 1 – Sub-header text</a:t>
            </a:r>
          </a:p>
          <a:p>
            <a:pPr lvl="1"/>
            <a:r>
              <a:rPr lang="en-US"/>
              <a:t>Level 2 – Plain text</a:t>
            </a:r>
          </a:p>
          <a:p>
            <a:pPr lvl="2"/>
            <a:r>
              <a:rPr lang="en-US"/>
              <a:t>Level three – first bullet text</a:t>
            </a:r>
          </a:p>
          <a:p>
            <a:pPr lvl="3"/>
            <a:r>
              <a:rPr lang="en-US"/>
              <a:t>Level four – second bullet text</a:t>
            </a:r>
          </a:p>
          <a:p>
            <a:pPr lvl="4"/>
            <a:r>
              <a:rPr lang="en-US"/>
              <a:t>Level five – third bullet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22438-90A1-4268-BD27-A59DAE1B8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15250" y="6508485"/>
            <a:ext cx="4115934" cy="21698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lnSpc>
                <a:spcPct val="90000"/>
              </a:lnSpc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020628-A289-47F9-802E-6BBC8F6B178B}"/>
              </a:ext>
            </a:extLst>
          </p:cNvPr>
          <p:cNvCxnSpPr/>
          <p:nvPr/>
        </p:nvCxnSpPr>
        <p:spPr>
          <a:xfrm>
            <a:off x="457200" y="6404610"/>
            <a:ext cx="11277600" cy="0"/>
          </a:xfrm>
          <a:prstGeom prst="line">
            <a:avLst/>
          </a:prstGeom>
          <a:ln>
            <a:solidFill>
              <a:srgbClr val="9D9F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8D9711F-9A92-45F0-ACA6-DC9D071EA966}"/>
              </a:ext>
            </a:extLst>
          </p:cNvPr>
          <p:cNvCxnSpPr>
            <a:cxnSpLocks/>
          </p:cNvCxnSpPr>
          <p:nvPr/>
        </p:nvCxnSpPr>
        <p:spPr>
          <a:xfrm>
            <a:off x="458740" y="981582"/>
            <a:ext cx="1127606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B15BAF32-D999-45CB-A402-069AA03B5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6229" y="6521726"/>
            <a:ext cx="36576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85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20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4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tx2"/>
        </a:buClr>
        <a:buSzPct val="110000"/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28650" indent="-17145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17145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F26B43"/>
          </p15:clr>
        </p15:guide>
        <p15:guide id="2" pos="7392">
          <p15:clr>
            <a:srgbClr val="F26B43"/>
          </p15:clr>
        </p15:guide>
        <p15:guide id="4" orient="horz" pos="285">
          <p15:clr>
            <a:srgbClr val="F26B43"/>
          </p15:clr>
        </p15:guide>
        <p15:guide id="5" orient="horz" pos="1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E121A-B55C-980E-860E-AB01EBB7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B7FA8-7731-42D3-E45E-A30E01EEC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D3BD9-1582-294E-B8BC-52A91244D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B76C5-C56C-442B-B6E2-8A5D4F8B3FD1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9ADFA-263E-D013-2EC8-9F8BD727D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6340E-DA28-7B71-DAE5-6B0EF6A93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52647-0910-4624-BDF0-BD6E4707BE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12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3" r:id="rId1"/>
    <p:sldLayoutId id="2147484524" r:id="rId2"/>
    <p:sldLayoutId id="2147484525" r:id="rId3"/>
    <p:sldLayoutId id="2147484526" r:id="rId4"/>
    <p:sldLayoutId id="2147484527" r:id="rId5"/>
    <p:sldLayoutId id="2147484528" r:id="rId6"/>
    <p:sldLayoutId id="2147484529" r:id="rId7"/>
    <p:sldLayoutId id="2147484530" r:id="rId8"/>
    <p:sldLayoutId id="2147484531" r:id="rId9"/>
    <p:sldLayoutId id="2147484532" r:id="rId10"/>
    <p:sldLayoutId id="21474845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3D5981F-FD2C-67BD-D121-CC60E0EBCF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0" r="2600"/>
          <a:stretch/>
        </p:blipFill>
        <p:spPr>
          <a:xfrm>
            <a:off x="4501338" y="10"/>
            <a:ext cx="769066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0C116F-0985-9473-3997-92FE2BCE5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53" y="900515"/>
            <a:ext cx="3611895" cy="3369733"/>
          </a:xfrm>
        </p:spPr>
        <p:txBody>
          <a:bodyPr anchor="b">
            <a:normAutofit/>
          </a:bodyPr>
          <a:lstStyle/>
          <a:p>
            <a:r>
              <a:rPr lang="en-GB" sz="4400">
                <a:solidFill>
                  <a:schemeClr val="bg1"/>
                </a:solidFill>
              </a:rPr>
              <a:t>Health Information Protection Policy</a:t>
            </a:r>
            <a:br>
              <a:rPr lang="en-GB" sz="4400">
                <a:solidFill>
                  <a:schemeClr val="bg1"/>
                </a:solidFill>
              </a:rPr>
            </a:br>
            <a:r>
              <a:rPr lang="en-GB" sz="4400">
                <a:solidFill>
                  <a:schemeClr val="bg1"/>
                </a:solidFill>
              </a:rPr>
              <a:t>(HIPP)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blue shield with white text  AI-generated content may be incorrect.">
            <a:extLst>
              <a:ext uri="{FF2B5EF4-FFF2-40B4-BE49-F238E27FC236}">
                <a16:creationId xmlns:a16="http://schemas.microsoft.com/office/drawing/2014/main" id="{E4A5277C-C450-BB96-AD12-4C33506D3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204" y="5505450"/>
            <a:ext cx="2877546" cy="13525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F26FD1B-0970-8B8D-C04B-EAC0F18497A2}"/>
              </a:ext>
            </a:extLst>
          </p:cNvPr>
          <p:cNvSpPr txBox="1">
            <a:spLocks/>
          </p:cNvSpPr>
          <p:nvPr/>
        </p:nvSpPr>
        <p:spPr>
          <a:xfrm>
            <a:off x="481029" y="4825026"/>
            <a:ext cx="3814074" cy="394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84316-7A92-3290-B2D2-A778273AAA39}"/>
              </a:ext>
            </a:extLst>
          </p:cNvPr>
          <p:cNvSpPr txBox="1">
            <a:spLocks/>
          </p:cNvSpPr>
          <p:nvPr/>
        </p:nvSpPr>
        <p:spPr>
          <a:xfrm>
            <a:off x="429753" y="5841513"/>
            <a:ext cx="3814074" cy="394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>
                <a:solidFill>
                  <a:schemeClr val="bg1"/>
                </a:solidFill>
              </a:rPr>
              <a:t>Friday 4</a:t>
            </a:r>
            <a:r>
              <a:rPr lang="en-GB" sz="2000" baseline="30000">
                <a:solidFill>
                  <a:schemeClr val="bg1"/>
                </a:solidFill>
              </a:rPr>
              <a:t>th</a:t>
            </a:r>
            <a:r>
              <a:rPr lang="en-GB" sz="2000">
                <a:solidFill>
                  <a:schemeClr val="bg1"/>
                </a:solidFill>
              </a:rPr>
              <a:t xml:space="preserve"> April 2025</a:t>
            </a:r>
          </a:p>
        </p:txBody>
      </p:sp>
    </p:spTree>
    <p:extLst>
      <p:ext uri="{BB962C8B-B14F-4D97-AF65-F5344CB8AC3E}">
        <p14:creationId xmlns:p14="http://schemas.microsoft.com/office/powerpoint/2010/main" val="294238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C6E38-9B86-AA40-73F9-A10BA670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C6F2B-7CD8-3928-0954-5C0B342FB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0896" y="6431609"/>
            <a:ext cx="2220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77D0B2-A74F-4C7C-97A5-C217087AD0C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D4D4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8D84F8A-98A6-2F73-7B90-CB52B12118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0166" y="124884"/>
            <a:ext cx="11186273" cy="86697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rial"/>
              </a:rPr>
              <a:t>Importance of a Health Information Protection Policy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5FE5A2A-D666-C1DB-8A99-C41573B62E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0156331"/>
              </p:ext>
            </p:extLst>
          </p:nvPr>
        </p:nvGraphicFramePr>
        <p:xfrm>
          <a:off x="572911" y="991859"/>
          <a:ext cx="11186273" cy="537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E431099-33BB-0980-CA7E-C808E3C064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5572"/>
            <a:ext cx="451104" cy="451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B7ECAA-C335-E741-862A-398FB17E9F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650" y="3575932"/>
            <a:ext cx="406349" cy="406349"/>
          </a:xfrm>
          <a:prstGeom prst="rect">
            <a:avLst/>
          </a:prstGeom>
        </p:spPr>
      </p:pic>
      <p:pic>
        <p:nvPicPr>
          <p:cNvPr id="14" name="Picture 1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AA4E512-6EBA-A002-7BB6-9E0D12B3B6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996" y="2595948"/>
            <a:ext cx="353568" cy="353568"/>
          </a:xfrm>
          <a:prstGeom prst="rect">
            <a:avLst/>
          </a:prstGeom>
        </p:spPr>
      </p:pic>
      <p:pic>
        <p:nvPicPr>
          <p:cNvPr id="16" name="Picture 1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D344495-14FC-3C02-E7A5-8E0703493E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579" y="4907172"/>
            <a:ext cx="343354" cy="343354"/>
          </a:xfrm>
          <a:prstGeom prst="rect">
            <a:avLst/>
          </a:prstGeom>
        </p:spPr>
      </p:pic>
      <p:pic>
        <p:nvPicPr>
          <p:cNvPr id="19" name="Picture 1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E571804-5447-90DC-8B34-BA966FF9D5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267" y="5662966"/>
            <a:ext cx="406349" cy="406349"/>
          </a:xfrm>
          <a:prstGeom prst="rect">
            <a:avLst/>
          </a:prstGeom>
        </p:spPr>
      </p:pic>
      <p:sp>
        <p:nvSpPr>
          <p:cNvPr id="23" name="Hexagon 22">
            <a:extLst>
              <a:ext uri="{FF2B5EF4-FFF2-40B4-BE49-F238E27FC236}">
                <a16:creationId xmlns:a16="http://schemas.microsoft.com/office/drawing/2014/main" id="{9D3C0005-4E2B-397E-E309-A38E99A31966}"/>
              </a:ext>
            </a:extLst>
          </p:cNvPr>
          <p:cNvSpPr/>
          <p:nvPr/>
        </p:nvSpPr>
        <p:spPr>
          <a:xfrm>
            <a:off x="3014181" y="4756601"/>
            <a:ext cx="778049" cy="670392"/>
          </a:xfrm>
          <a:prstGeom prst="hexagon">
            <a:avLst>
              <a:gd name="adj" fmla="val 28900"/>
              <a:gd name="vf" fmla="val 115470"/>
            </a:avLst>
          </a:prstGeom>
          <a:ln>
            <a:noFill/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pic>
        <p:nvPicPr>
          <p:cNvPr id="21" name="Picture 20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9CE3F7B-710C-4DF2-D138-D5BEF35080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75" y="4933067"/>
            <a:ext cx="317459" cy="3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2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788E-54C0-2998-C9FC-AE35877E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C09D6-A25D-4F14-68F2-3630B2F61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7933" y="6450424"/>
            <a:ext cx="231423" cy="4027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77D0B2-A74F-4C7C-97A5-C217087AD0C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D4D4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0556B23-CA81-9BA5-51E6-BC202B9816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1816" y="318051"/>
            <a:ext cx="11370014" cy="652007"/>
          </a:xfrm>
        </p:spPr>
        <p:txBody>
          <a:bodyPr/>
          <a:lstStyle/>
          <a:p>
            <a:pPr algn="ctr"/>
            <a:r>
              <a:rPr lang="en-GB" dirty="0"/>
              <a:t xml:space="preserve">Key Components of HIPP Policy </a:t>
            </a:r>
            <a:endParaRPr lang="en-NG" dirty="0"/>
          </a:p>
        </p:txBody>
      </p:sp>
      <p:graphicFrame>
        <p:nvGraphicFramePr>
          <p:cNvPr id="152" name="Diagram 151">
            <a:extLst>
              <a:ext uri="{FF2B5EF4-FFF2-40B4-BE49-F238E27FC236}">
                <a16:creationId xmlns:a16="http://schemas.microsoft.com/office/drawing/2014/main" id="{7521DE43-167A-B6B3-EBAE-3E6D1433F6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118528"/>
              </p:ext>
            </p:extLst>
          </p:nvPr>
        </p:nvGraphicFramePr>
        <p:xfrm>
          <a:off x="733426" y="1152525"/>
          <a:ext cx="10439399" cy="4991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66632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15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AA28E-C207-D0FE-5CD7-8B04BA3E1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6748" y="6488053"/>
            <a:ext cx="222015" cy="3274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77D0B2-A74F-4C7C-97A5-C217087AD0C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D4D4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40CFCB3-1395-3248-9DCD-08EF991169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351816" y="265461"/>
            <a:ext cx="11370014" cy="662781"/>
          </a:xfrm>
        </p:spPr>
        <p:txBody>
          <a:bodyPr/>
          <a:lstStyle/>
          <a:p>
            <a:pPr algn="ctr"/>
            <a:r>
              <a:rPr lang="en-GB" dirty="0"/>
              <a:t xml:space="preserve">Privacy Rule and Safeguards for PHI </a:t>
            </a:r>
            <a:endParaRPr lang="en-NG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0EAEDB7-69E7-244C-FA6E-7240065A9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546589"/>
              </p:ext>
            </p:extLst>
          </p:nvPr>
        </p:nvGraphicFramePr>
        <p:xfrm>
          <a:off x="638763" y="1085851"/>
          <a:ext cx="10743611" cy="5095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3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1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C34F-9A4E-13B0-D1F8-CABFA882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352DF-DEAD-DE27-06EC-5C2169330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4378" y="6431609"/>
            <a:ext cx="2220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77D0B2-A74F-4C7C-97A5-C217087AD0C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D4D4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F26F5B53-1E84-1533-5891-CDEB7F186A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1816" y="219075"/>
            <a:ext cx="11370014" cy="709168"/>
          </a:xfrm>
        </p:spPr>
        <p:txBody>
          <a:bodyPr/>
          <a:lstStyle/>
          <a:p>
            <a:pPr algn="ctr"/>
            <a:r>
              <a:rPr lang="en-GB" sz="3200" dirty="0"/>
              <a:t>Security Measures for Health Information Systems (ePHI)</a:t>
            </a:r>
            <a:endParaRPr lang="en-NG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C58E9F-1D9E-862C-C2A5-5B6A987389F0}"/>
              </a:ext>
            </a:extLst>
          </p:cNvPr>
          <p:cNvGrpSpPr/>
          <p:nvPr/>
        </p:nvGrpSpPr>
        <p:grpSpPr>
          <a:xfrm>
            <a:off x="459124" y="1180289"/>
            <a:ext cx="8170524" cy="4939889"/>
            <a:chOff x="459124" y="1180289"/>
            <a:chExt cx="8170524" cy="4939889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9AA41CD-CACF-C953-2748-20EC82FD933F}"/>
                </a:ext>
              </a:extLst>
            </p:cNvPr>
            <p:cNvSpPr/>
            <p:nvPr/>
          </p:nvSpPr>
          <p:spPr>
            <a:xfrm>
              <a:off x="462000" y="1193086"/>
              <a:ext cx="2626390" cy="873655"/>
            </a:xfrm>
            <a:custGeom>
              <a:avLst/>
              <a:gdLst>
                <a:gd name="connsiteX0" fmla="*/ 0 w 2626390"/>
                <a:gd name="connsiteY0" fmla="*/ 0 h 949979"/>
                <a:gd name="connsiteX1" fmla="*/ 2626390 w 2626390"/>
                <a:gd name="connsiteY1" fmla="*/ 0 h 949979"/>
                <a:gd name="connsiteX2" fmla="*/ 2626390 w 2626390"/>
                <a:gd name="connsiteY2" fmla="*/ 949979 h 949979"/>
                <a:gd name="connsiteX3" fmla="*/ 0 w 2626390"/>
                <a:gd name="connsiteY3" fmla="*/ 949979 h 949979"/>
                <a:gd name="connsiteX4" fmla="*/ 0 w 2626390"/>
                <a:gd name="connsiteY4" fmla="*/ 0 h 94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6390" h="949979">
                  <a:moveTo>
                    <a:pt x="0" y="0"/>
                  </a:moveTo>
                  <a:lnTo>
                    <a:pt x="2626390" y="0"/>
                  </a:lnTo>
                  <a:lnTo>
                    <a:pt x="2626390" y="949979"/>
                  </a:lnTo>
                  <a:lnTo>
                    <a:pt x="0" y="94997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93472" rIns="163576" bIns="93472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Administrative Safeguards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531C5CC-4579-D441-4B6E-C5D7E4B65193}"/>
                </a:ext>
              </a:extLst>
            </p:cNvPr>
            <p:cNvSpPr/>
            <p:nvPr/>
          </p:nvSpPr>
          <p:spPr>
            <a:xfrm>
              <a:off x="459124" y="2066741"/>
              <a:ext cx="2632142" cy="4040640"/>
            </a:xfrm>
            <a:custGeom>
              <a:avLst/>
              <a:gdLst>
                <a:gd name="connsiteX0" fmla="*/ 0 w 2632142"/>
                <a:gd name="connsiteY0" fmla="*/ 0 h 4040640"/>
                <a:gd name="connsiteX1" fmla="*/ 2632142 w 2632142"/>
                <a:gd name="connsiteY1" fmla="*/ 0 h 4040640"/>
                <a:gd name="connsiteX2" fmla="*/ 2632142 w 2632142"/>
                <a:gd name="connsiteY2" fmla="*/ 4040640 h 4040640"/>
                <a:gd name="connsiteX3" fmla="*/ 0 w 2632142"/>
                <a:gd name="connsiteY3" fmla="*/ 4040640 h 4040640"/>
                <a:gd name="connsiteX4" fmla="*/ 0 w 2632142"/>
                <a:gd name="connsiteY4" fmla="*/ 0 h 40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2142" h="4040640">
                  <a:moveTo>
                    <a:pt x="0" y="0"/>
                  </a:moveTo>
                  <a:lnTo>
                    <a:pt x="2632142" y="0"/>
                  </a:lnTo>
                  <a:lnTo>
                    <a:pt x="2632142" y="4040640"/>
                  </a:lnTo>
                  <a:lnTo>
                    <a:pt x="0" y="404064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Security Management Process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Assigned Security Responsibility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Workforce Security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Information Access Management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Security Awareness and Training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Security Incident Procedures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Contingency Plan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Evaluation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1500" b="0" i="0" kern="1200" dirty="0"/>
                <a:t>Business Associate Contracts and Other Arrangements</a:t>
              </a:r>
              <a:endParaRPr lang="en-GB" sz="15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endParaRPr lang="en-GB" sz="1300" b="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endParaRPr lang="en-GB" sz="1300" b="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D8DB02-C87A-36C5-9349-557755DD0AB6}"/>
                </a:ext>
              </a:extLst>
            </p:cNvPr>
            <p:cNvSpPr/>
            <p:nvPr/>
          </p:nvSpPr>
          <p:spPr>
            <a:xfrm>
              <a:off x="3431051" y="1180289"/>
              <a:ext cx="2427033" cy="886452"/>
            </a:xfrm>
            <a:custGeom>
              <a:avLst/>
              <a:gdLst>
                <a:gd name="connsiteX0" fmla="*/ 0 w 2427033"/>
                <a:gd name="connsiteY0" fmla="*/ 0 h 1001168"/>
                <a:gd name="connsiteX1" fmla="*/ 2427033 w 2427033"/>
                <a:gd name="connsiteY1" fmla="*/ 0 h 1001168"/>
                <a:gd name="connsiteX2" fmla="*/ 2427033 w 2427033"/>
                <a:gd name="connsiteY2" fmla="*/ 1001168 h 1001168"/>
                <a:gd name="connsiteX3" fmla="*/ 0 w 2427033"/>
                <a:gd name="connsiteY3" fmla="*/ 1001168 h 1001168"/>
                <a:gd name="connsiteX4" fmla="*/ 0 w 2427033"/>
                <a:gd name="connsiteY4" fmla="*/ 0 h 10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033" h="1001168">
                  <a:moveTo>
                    <a:pt x="0" y="0"/>
                  </a:moveTo>
                  <a:lnTo>
                    <a:pt x="2427033" y="0"/>
                  </a:lnTo>
                  <a:lnTo>
                    <a:pt x="2427033" y="1001168"/>
                  </a:lnTo>
                  <a:lnTo>
                    <a:pt x="0" y="10011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1305516"/>
                <a:satOff val="-36352"/>
                <a:lumOff val="-8823"/>
                <a:alphaOff val="0"/>
              </a:schemeClr>
            </a:lnRef>
            <a:fillRef idx="1">
              <a:schemeClr val="accent2">
                <a:hueOff val="1305516"/>
                <a:satOff val="-36352"/>
                <a:lumOff val="-8823"/>
                <a:alphaOff val="0"/>
              </a:schemeClr>
            </a:fillRef>
            <a:effectRef idx="1">
              <a:schemeClr val="accent2">
                <a:hueOff val="1305516"/>
                <a:satOff val="-36352"/>
                <a:lumOff val="-882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93472" rIns="163576" bIns="93472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Technical Safeguards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016E22-4076-06B5-39A8-8AB9CBCC1EA4}"/>
                </a:ext>
              </a:extLst>
            </p:cNvPr>
            <p:cNvSpPr/>
            <p:nvPr/>
          </p:nvSpPr>
          <p:spPr>
            <a:xfrm>
              <a:off x="3431051" y="2079538"/>
              <a:ext cx="2427033" cy="4040640"/>
            </a:xfrm>
            <a:custGeom>
              <a:avLst/>
              <a:gdLst>
                <a:gd name="connsiteX0" fmla="*/ 0 w 2427033"/>
                <a:gd name="connsiteY0" fmla="*/ 0 h 4040640"/>
                <a:gd name="connsiteX1" fmla="*/ 2427033 w 2427033"/>
                <a:gd name="connsiteY1" fmla="*/ 0 h 4040640"/>
                <a:gd name="connsiteX2" fmla="*/ 2427033 w 2427033"/>
                <a:gd name="connsiteY2" fmla="*/ 4040640 h 4040640"/>
                <a:gd name="connsiteX3" fmla="*/ 0 w 2427033"/>
                <a:gd name="connsiteY3" fmla="*/ 4040640 h 4040640"/>
                <a:gd name="connsiteX4" fmla="*/ 0 w 2427033"/>
                <a:gd name="connsiteY4" fmla="*/ 0 h 40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033" h="4040640">
                  <a:moveTo>
                    <a:pt x="0" y="0"/>
                  </a:moveTo>
                  <a:lnTo>
                    <a:pt x="2427033" y="0"/>
                  </a:lnTo>
                  <a:lnTo>
                    <a:pt x="2427033" y="4040640"/>
                  </a:lnTo>
                  <a:lnTo>
                    <a:pt x="0" y="404064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1022473"/>
                <a:satOff val="-26707"/>
                <a:lumOff val="-2753"/>
                <a:alphaOff val="0"/>
              </a:schemeClr>
            </a:lnRef>
            <a:fillRef idx="1">
              <a:schemeClr val="accent2">
                <a:tint val="40000"/>
                <a:alpha val="90000"/>
                <a:hueOff val="1022473"/>
                <a:satOff val="-26707"/>
                <a:lumOff val="-2753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1022473"/>
                <a:satOff val="-26707"/>
                <a:lumOff val="-2753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Access Control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500" b="0" kern="1200" dirty="0"/>
                <a:t>Audit Control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500" b="0" kern="1200" dirty="0"/>
                <a:t>Authentication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500" b="0" kern="1200" dirty="0"/>
                <a:t>Transmission Security</a:t>
              </a:r>
            </a:p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GB" sz="19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295DE8-EA26-01D9-4708-B317994272E5}"/>
                </a:ext>
              </a:extLst>
            </p:cNvPr>
            <p:cNvSpPr/>
            <p:nvPr/>
          </p:nvSpPr>
          <p:spPr>
            <a:xfrm>
              <a:off x="6197869" y="1222474"/>
              <a:ext cx="2427033" cy="930612"/>
            </a:xfrm>
            <a:custGeom>
              <a:avLst/>
              <a:gdLst>
                <a:gd name="connsiteX0" fmla="*/ 0 w 2427033"/>
                <a:gd name="connsiteY0" fmla="*/ 0 h 930612"/>
                <a:gd name="connsiteX1" fmla="*/ 2427033 w 2427033"/>
                <a:gd name="connsiteY1" fmla="*/ 0 h 930612"/>
                <a:gd name="connsiteX2" fmla="*/ 2427033 w 2427033"/>
                <a:gd name="connsiteY2" fmla="*/ 930612 h 930612"/>
                <a:gd name="connsiteX3" fmla="*/ 0 w 2427033"/>
                <a:gd name="connsiteY3" fmla="*/ 930612 h 930612"/>
                <a:gd name="connsiteX4" fmla="*/ 0 w 2427033"/>
                <a:gd name="connsiteY4" fmla="*/ 0 h 93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033" h="930612">
                  <a:moveTo>
                    <a:pt x="0" y="0"/>
                  </a:moveTo>
                  <a:lnTo>
                    <a:pt x="2427033" y="0"/>
                  </a:lnTo>
                  <a:lnTo>
                    <a:pt x="2427033" y="930612"/>
                  </a:lnTo>
                  <a:lnTo>
                    <a:pt x="0" y="9306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2611032"/>
                <a:satOff val="-72703"/>
                <a:lumOff val="-17646"/>
                <a:alphaOff val="0"/>
              </a:schemeClr>
            </a:lnRef>
            <a:fillRef idx="1">
              <a:schemeClr val="accent2">
                <a:hueOff val="2611032"/>
                <a:satOff val="-72703"/>
                <a:lumOff val="-17646"/>
                <a:alphaOff val="0"/>
              </a:schemeClr>
            </a:fillRef>
            <a:effectRef idx="1">
              <a:schemeClr val="accent2">
                <a:hueOff val="2611032"/>
                <a:satOff val="-72703"/>
                <a:lumOff val="-1764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93472" rIns="163576" bIns="93472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Physical Safeguards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5639001-68BF-5222-E35E-3C4FF53D7A71}"/>
                </a:ext>
              </a:extLst>
            </p:cNvPr>
            <p:cNvSpPr/>
            <p:nvPr/>
          </p:nvSpPr>
          <p:spPr>
            <a:xfrm>
              <a:off x="6202615" y="2146652"/>
              <a:ext cx="2427033" cy="3942452"/>
            </a:xfrm>
            <a:custGeom>
              <a:avLst/>
              <a:gdLst>
                <a:gd name="connsiteX0" fmla="*/ 0 w 2427033"/>
                <a:gd name="connsiteY0" fmla="*/ 0 h 3942452"/>
                <a:gd name="connsiteX1" fmla="*/ 2427033 w 2427033"/>
                <a:gd name="connsiteY1" fmla="*/ 0 h 3942452"/>
                <a:gd name="connsiteX2" fmla="*/ 2427033 w 2427033"/>
                <a:gd name="connsiteY2" fmla="*/ 3942452 h 3942452"/>
                <a:gd name="connsiteX3" fmla="*/ 0 w 2427033"/>
                <a:gd name="connsiteY3" fmla="*/ 3942452 h 3942452"/>
                <a:gd name="connsiteX4" fmla="*/ 0 w 2427033"/>
                <a:gd name="connsiteY4" fmla="*/ 0 h 394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033" h="3942452">
                  <a:moveTo>
                    <a:pt x="0" y="0"/>
                  </a:moveTo>
                  <a:lnTo>
                    <a:pt x="2427033" y="0"/>
                  </a:lnTo>
                  <a:lnTo>
                    <a:pt x="2427033" y="3942452"/>
                  </a:lnTo>
                  <a:lnTo>
                    <a:pt x="0" y="394245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2044947"/>
                <a:satOff val="-53414"/>
                <a:lumOff val="-5506"/>
                <a:alphaOff val="0"/>
              </a:schemeClr>
            </a:lnRef>
            <a:fillRef idx="1">
              <a:schemeClr val="accent2">
                <a:tint val="40000"/>
                <a:alpha val="90000"/>
                <a:hueOff val="2044947"/>
                <a:satOff val="-53414"/>
                <a:lumOff val="-5506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2044947"/>
                <a:satOff val="-53414"/>
                <a:lumOff val="-550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0010" tIns="80010" rIns="106680" bIns="120015" numCol="1" spcCol="1270" anchor="t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Facility Access and Control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Workstation Use and Security</a:t>
              </a:r>
              <a:endParaRPr lang="en-GB" sz="1500" b="0" kern="1200" dirty="0"/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GB" sz="1500" b="0" i="0" kern="1200" dirty="0"/>
                <a:t>Device and Media Controls</a:t>
              </a:r>
              <a:endParaRPr lang="en-GB" sz="1500" b="0" kern="1200" dirty="0"/>
            </a:p>
          </p:txBody>
        </p:sp>
      </p:grp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4796FE9-CDE6-4791-00D4-BD7A2BE91E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7108104"/>
              </p:ext>
            </p:extLst>
          </p:nvPr>
        </p:nvGraphicFramePr>
        <p:xfrm>
          <a:off x="8819610" y="1222474"/>
          <a:ext cx="2902220" cy="4864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103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7E49-D203-2858-F488-B2D05F96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055813-0A7C-AD2D-F191-D7509DBD6D59}"/>
              </a:ext>
            </a:extLst>
          </p:cNvPr>
          <p:cNvSpPr/>
          <p:nvPr/>
        </p:nvSpPr>
        <p:spPr>
          <a:xfrm>
            <a:off x="4405312" y="4052445"/>
            <a:ext cx="3381375" cy="2571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9BCEA-BC6C-1F80-44D6-47B84D81D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77D0B2-A74F-4C7C-97A5-C217087AD0C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D4D4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AE8B2A89-2D71-7900-22CA-CECD9F97A7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1816" y="304799"/>
            <a:ext cx="11370014" cy="733424"/>
          </a:xfrm>
        </p:spPr>
        <p:txBody>
          <a:bodyPr/>
          <a:lstStyle/>
          <a:p>
            <a:pPr algn="ctr"/>
            <a:r>
              <a:rPr lang="en-GB" sz="3200" dirty="0"/>
              <a:t>Employee Training &amp; Healthcare-Specific Challenges</a:t>
            </a:r>
            <a:endParaRPr lang="en-NG" sz="32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763834-2F16-33B8-75E3-9210FAEC9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9601233"/>
              </p:ext>
            </p:extLst>
          </p:nvPr>
        </p:nvGraphicFramePr>
        <p:xfrm>
          <a:off x="520835" y="1038223"/>
          <a:ext cx="11150330" cy="5133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47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5F5B7-9934-5A93-697A-D8569BAA5CEC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54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Insights and Conclusion</a:t>
            </a:r>
          </a:p>
        </p:txBody>
      </p:sp>
      <p:sp>
        <p:nvSpPr>
          <p:cNvPr id="1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4B538D9-A5B2-BE71-2684-5EF7332B87BA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Data Protection</a:t>
            </a:r>
          </a:p>
          <a:p>
            <a:pPr marL="45720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Regulatory Compliance</a:t>
            </a:r>
          </a:p>
          <a:p>
            <a:pPr marL="45720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 xml:space="preserve">Continuous Monitoring &amp; Training </a:t>
            </a:r>
          </a:p>
          <a:p>
            <a:pPr marL="45720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Incident Response &amp; Recovery Plans</a:t>
            </a:r>
          </a:p>
          <a:p>
            <a:pPr marL="45720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 xml:space="preserve"> Patient Trust and Organizational Reputation</a:t>
            </a:r>
          </a:p>
        </p:txBody>
      </p:sp>
      <p:pic>
        <p:nvPicPr>
          <p:cNvPr id="7" name="Picture 6" descr="A person in a white coat and glasses  AI-generated content may be incorrect.">
            <a:extLst>
              <a:ext uri="{FF2B5EF4-FFF2-40B4-BE49-F238E27FC236}">
                <a16:creationId xmlns:a16="http://schemas.microsoft.com/office/drawing/2014/main" id="{160371F5-FAA5-1126-F9D8-6061C362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63737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2_ATC Master Template">
  <a:themeElements>
    <a:clrScheme name="American Tower">
      <a:dk1>
        <a:srgbClr val="4D4D4F"/>
      </a:dk1>
      <a:lt1>
        <a:sysClr val="window" lastClr="FFFFFF"/>
      </a:lt1>
      <a:dk2>
        <a:srgbClr val="D11242"/>
      </a:dk2>
      <a:lt2>
        <a:srgbClr val="CDCFCD"/>
      </a:lt2>
      <a:accent1>
        <a:srgbClr val="0C9BA8"/>
      </a:accent1>
      <a:accent2>
        <a:srgbClr val="20A4D6"/>
      </a:accent2>
      <a:accent3>
        <a:srgbClr val="4D4D4F"/>
      </a:accent3>
      <a:accent4>
        <a:srgbClr val="C3D49B"/>
      </a:accent4>
      <a:accent5>
        <a:srgbClr val="5089AB"/>
      </a:accent5>
      <a:accent6>
        <a:srgbClr val="F58A72"/>
      </a:accent6>
      <a:hlink>
        <a:srgbClr val="5089AB"/>
      </a:hlink>
      <a:folHlink>
        <a:srgbClr val="5089AB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spcAft>
            <a:spcPts val="1800"/>
          </a:spcAft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2641</TotalTime>
  <Words>515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Inter</vt:lpstr>
      <vt:lpstr>Neue Haas Grotesk Text Pro</vt:lpstr>
      <vt:lpstr>Wingdings</vt:lpstr>
      <vt:lpstr>AccentBoxVTI</vt:lpstr>
      <vt:lpstr>2_ATC Master Template</vt:lpstr>
      <vt:lpstr>Office Theme</vt:lpstr>
      <vt:lpstr>think-cell Slide</vt:lpstr>
      <vt:lpstr>Health Information Protection Policy (HIPP)</vt:lpstr>
      <vt:lpstr>Importance of a Health Information Protection Policy</vt:lpstr>
      <vt:lpstr>Key Components of HIPP Policy </vt:lpstr>
      <vt:lpstr>Privacy Rule and Safeguards for PHI </vt:lpstr>
      <vt:lpstr>Security Measures for Health Information Systems (ePHI)</vt:lpstr>
      <vt:lpstr>Employee Training &amp; Healthcare-Specific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Oladipo Ajibawo</dc:creator>
  <cp:lastModifiedBy>Oladipo Ajibawo</cp:lastModifiedBy>
  <cp:revision>173</cp:revision>
  <dcterms:created xsi:type="dcterms:W3CDTF">2025-03-29T15:12:13Z</dcterms:created>
  <dcterms:modified xsi:type="dcterms:W3CDTF">2025-04-03T21:07:11Z</dcterms:modified>
</cp:coreProperties>
</file>